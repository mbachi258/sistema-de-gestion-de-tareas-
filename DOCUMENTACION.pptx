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7" r:id="rId3"/>
    <p:sldId id="258" r:id="rId4"/>
    <p:sldId id="259" r:id="rId5"/>
    <p:sldId id="262" r:id="rId6"/>
    <p:sldId id="261" r:id="rId7"/>
    <p:sldId id="260" r:id="rId8"/>
    <p:sldId id="263" r:id="rId9"/>
    <p:sldId id="265" r:id="rId10"/>
    <p:sldId id="266" r:id="rId11"/>
    <p:sldId id="264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s-PE"/>
              <a:t>Ventas de monitores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s-P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enero</c:v>
                </c:pt>
              </c:strCache>
            </c:strRef>
          </c:tx>
          <c:spPr>
            <a:blipFill>
              <a:blip xmlns:r="http://schemas.openxmlformats.org/officeDocument/2006/relationships" r:embed="rId3">
                <a:duotone>
                  <a:schemeClr val="accent1">
                    <a:shade val="74000"/>
                    <a:satMod val="130000"/>
                    <a:lumMod val="90000"/>
                  </a:schemeClr>
                  <a:schemeClr val="accent1">
                    <a:tint val="94000"/>
                    <a:satMod val="120000"/>
                    <a:lumMod val="104000"/>
                  </a:schemeClr>
                </a:duotone>
              </a:blip>
              <a:tile tx="0" ty="0" sx="100000" sy="100000" flip="none" algn="tl"/>
            </a:blipFill>
            <a:ln>
              <a:noFill/>
            </a:ln>
            <a:effectLst>
              <a:outerShdw blurRad="38100" dist="25400" dir="5400000" rotWithShape="0">
                <a:srgbClr val="000000">
                  <a:alpha val="60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luis+A2:B6</c:v>
                </c:pt>
                <c:pt idx="1">
                  <c:v>maria </c:v>
                </c:pt>
                <c:pt idx="2">
                  <c:v>pedro</c:v>
                </c:pt>
                <c:pt idx="3">
                  <c:v>sandra</c:v>
                </c:pt>
                <c:pt idx="4">
                  <c:v>piter </c:v>
                </c:pt>
              </c:strCache>
            </c:strRef>
          </c:cat>
          <c:val>
            <c:numRef>
              <c:f>Hoja1!$B$2:$B$6</c:f>
              <c:numCache>
                <c:formatCode>General</c:formatCode>
                <c:ptCount val="5"/>
                <c:pt idx="0">
                  <c:v>50</c:v>
                </c:pt>
                <c:pt idx="1">
                  <c:v>80</c:v>
                </c:pt>
                <c:pt idx="2">
                  <c:v>25</c:v>
                </c:pt>
                <c:pt idx="3">
                  <c:v>60</c:v>
                </c:pt>
                <c:pt idx="4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BF-4775-884B-94E7565B6DB3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febrero</c:v>
                </c:pt>
              </c:strCache>
            </c:strRef>
          </c:tx>
          <c:spPr>
            <a:blipFill>
              <a:blip xmlns:r="http://schemas.openxmlformats.org/officeDocument/2006/relationships" r:embed="rId3">
                <a:duotone>
                  <a:schemeClr val="accent2">
                    <a:shade val="74000"/>
                    <a:satMod val="130000"/>
                    <a:lumMod val="90000"/>
                  </a:schemeClr>
                  <a:schemeClr val="accent2">
                    <a:tint val="94000"/>
                    <a:satMod val="120000"/>
                    <a:lumMod val="104000"/>
                  </a:schemeClr>
                </a:duotone>
              </a:blip>
              <a:tile tx="0" ty="0" sx="100000" sy="100000" flip="none" algn="tl"/>
            </a:blipFill>
            <a:ln>
              <a:noFill/>
            </a:ln>
            <a:effectLst>
              <a:outerShdw blurRad="38100" dist="25400" dir="5400000" rotWithShape="0">
                <a:srgbClr val="000000">
                  <a:alpha val="60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luis+A2:B6</c:v>
                </c:pt>
                <c:pt idx="1">
                  <c:v>maria </c:v>
                </c:pt>
                <c:pt idx="2">
                  <c:v>pedro</c:v>
                </c:pt>
                <c:pt idx="3">
                  <c:v>sandra</c:v>
                </c:pt>
                <c:pt idx="4">
                  <c:v>piter </c:v>
                </c:pt>
              </c:strCache>
            </c:strRef>
          </c:cat>
          <c:val>
            <c:numRef>
              <c:f>Hoja1!$C$2:$C$6</c:f>
              <c:numCache>
                <c:formatCode>General</c:formatCode>
                <c:ptCount val="5"/>
                <c:pt idx="0">
                  <c:v>70</c:v>
                </c:pt>
                <c:pt idx="1">
                  <c:v>50</c:v>
                </c:pt>
                <c:pt idx="2">
                  <c:v>40</c:v>
                </c:pt>
                <c:pt idx="3">
                  <c:v>50</c:v>
                </c:pt>
                <c:pt idx="4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6BF-4775-884B-94E7565B6DB3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marzo</c:v>
                </c:pt>
              </c:strCache>
            </c:strRef>
          </c:tx>
          <c:spPr>
            <a:blipFill>
              <a:blip xmlns:r="http://schemas.openxmlformats.org/officeDocument/2006/relationships" r:embed="rId3">
                <a:duotone>
                  <a:schemeClr val="accent3">
                    <a:shade val="74000"/>
                    <a:satMod val="130000"/>
                    <a:lumMod val="90000"/>
                  </a:schemeClr>
                  <a:schemeClr val="accent3">
                    <a:tint val="94000"/>
                    <a:satMod val="120000"/>
                    <a:lumMod val="104000"/>
                  </a:schemeClr>
                </a:duotone>
              </a:blip>
              <a:tile tx="0" ty="0" sx="100000" sy="100000" flip="none" algn="tl"/>
            </a:blipFill>
            <a:ln>
              <a:noFill/>
            </a:ln>
            <a:effectLst>
              <a:outerShdw blurRad="38100" dist="25400" dir="5400000" rotWithShape="0">
                <a:srgbClr val="000000">
                  <a:alpha val="60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luis+A2:B6</c:v>
                </c:pt>
                <c:pt idx="1">
                  <c:v>maria </c:v>
                </c:pt>
                <c:pt idx="2">
                  <c:v>pedro</c:v>
                </c:pt>
                <c:pt idx="3">
                  <c:v>sandra</c:v>
                </c:pt>
                <c:pt idx="4">
                  <c:v>piter </c:v>
                </c:pt>
              </c:strCache>
            </c:strRef>
          </c:cat>
          <c:val>
            <c:numRef>
              <c:f>Hoja1!$D$2:$D$6</c:f>
              <c:numCache>
                <c:formatCode>General</c:formatCode>
                <c:ptCount val="5"/>
                <c:pt idx="0">
                  <c:v>20</c:v>
                </c:pt>
                <c:pt idx="1">
                  <c:v>30</c:v>
                </c:pt>
                <c:pt idx="2">
                  <c:v>60</c:v>
                </c:pt>
                <c:pt idx="3">
                  <c:v>40</c:v>
                </c:pt>
                <c:pt idx="4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6BF-4775-884B-94E7565B6DB3}"/>
            </c:ext>
          </c:extLst>
        </c:ser>
        <c:ser>
          <c:idx val="3"/>
          <c:order val="3"/>
          <c:tx>
            <c:strRef>
              <c:f>Hoja1!$E$1</c:f>
              <c:strCache>
                <c:ptCount val="1"/>
                <c:pt idx="0">
                  <c:v>abril </c:v>
                </c:pt>
              </c:strCache>
            </c:strRef>
          </c:tx>
          <c:spPr>
            <a:blipFill>
              <a:blip xmlns:r="http://schemas.openxmlformats.org/officeDocument/2006/relationships" r:embed="rId3">
                <a:duotone>
                  <a:schemeClr val="accent4">
                    <a:shade val="74000"/>
                    <a:satMod val="130000"/>
                    <a:lumMod val="90000"/>
                  </a:schemeClr>
                  <a:schemeClr val="accent4">
                    <a:tint val="94000"/>
                    <a:satMod val="120000"/>
                    <a:lumMod val="104000"/>
                  </a:schemeClr>
                </a:duotone>
              </a:blip>
              <a:tile tx="0" ty="0" sx="100000" sy="100000" flip="none" algn="tl"/>
            </a:blipFill>
            <a:ln>
              <a:noFill/>
            </a:ln>
            <a:effectLst>
              <a:outerShdw blurRad="38100" dist="25400" dir="5400000" rotWithShape="0">
                <a:srgbClr val="000000">
                  <a:alpha val="60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luis+A2:B6</c:v>
                </c:pt>
                <c:pt idx="1">
                  <c:v>maria </c:v>
                </c:pt>
                <c:pt idx="2">
                  <c:v>pedro</c:v>
                </c:pt>
                <c:pt idx="3">
                  <c:v>sandra</c:v>
                </c:pt>
                <c:pt idx="4">
                  <c:v>piter </c:v>
                </c:pt>
              </c:strCache>
            </c:strRef>
          </c:cat>
          <c:val>
            <c:numRef>
              <c:f>Hoja1!$E$2:$E$6</c:f>
              <c:numCache>
                <c:formatCode>General</c:formatCode>
                <c:ptCount val="5"/>
                <c:pt idx="0">
                  <c:v>30</c:v>
                </c:pt>
                <c:pt idx="1">
                  <c:v>50</c:v>
                </c:pt>
                <c:pt idx="2">
                  <c:v>45</c:v>
                </c:pt>
                <c:pt idx="3">
                  <c:v>60</c:v>
                </c:pt>
                <c:pt idx="4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6BF-4775-884B-94E7565B6DB3}"/>
            </c:ext>
          </c:extLst>
        </c:ser>
        <c:ser>
          <c:idx val="4"/>
          <c:order val="4"/>
          <c:tx>
            <c:strRef>
              <c:f>Hoja1!$F$1</c:f>
              <c:strCache>
                <c:ptCount val="1"/>
                <c:pt idx="0">
                  <c:v>mayo</c:v>
                </c:pt>
              </c:strCache>
            </c:strRef>
          </c:tx>
          <c:spPr>
            <a:blipFill>
              <a:blip xmlns:r="http://schemas.openxmlformats.org/officeDocument/2006/relationships" r:embed="rId3">
                <a:duotone>
                  <a:schemeClr val="accent5">
                    <a:shade val="74000"/>
                    <a:satMod val="130000"/>
                    <a:lumMod val="90000"/>
                  </a:schemeClr>
                  <a:schemeClr val="accent5">
                    <a:tint val="94000"/>
                    <a:satMod val="120000"/>
                    <a:lumMod val="104000"/>
                  </a:schemeClr>
                </a:duotone>
              </a:blip>
              <a:tile tx="0" ty="0" sx="100000" sy="100000" flip="none" algn="tl"/>
            </a:blipFill>
            <a:ln>
              <a:noFill/>
            </a:ln>
            <a:effectLst>
              <a:outerShdw blurRad="38100" dist="25400" dir="5400000" rotWithShape="0">
                <a:srgbClr val="000000">
                  <a:alpha val="60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luis+A2:B6</c:v>
                </c:pt>
                <c:pt idx="1">
                  <c:v>maria </c:v>
                </c:pt>
                <c:pt idx="2">
                  <c:v>pedro</c:v>
                </c:pt>
                <c:pt idx="3">
                  <c:v>sandra</c:v>
                </c:pt>
                <c:pt idx="4">
                  <c:v>piter </c:v>
                </c:pt>
              </c:strCache>
            </c:strRef>
          </c:cat>
          <c:val>
            <c:numRef>
              <c:f>Hoja1!$F$2:$F$6</c:f>
              <c:numCache>
                <c:formatCode>General</c:formatCode>
                <c:ptCount val="5"/>
                <c:pt idx="0">
                  <c:v>40</c:v>
                </c:pt>
                <c:pt idx="1">
                  <c:v>50</c:v>
                </c:pt>
                <c:pt idx="2">
                  <c:v>80</c:v>
                </c:pt>
                <c:pt idx="3">
                  <c:v>85</c:v>
                </c:pt>
                <c:pt idx="4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6BF-4775-884B-94E7565B6DB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2136388383"/>
        <c:axId val="2136380895"/>
      </c:barChart>
      <c:catAx>
        <c:axId val="2136388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2136380895"/>
        <c:crosses val="autoZero"/>
        <c:auto val="1"/>
        <c:lblAlgn val="ctr"/>
        <c:lblOffset val="100"/>
        <c:noMultiLvlLbl val="0"/>
      </c:catAx>
      <c:valAx>
        <c:axId val="21363808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21363883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s-P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s-PE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AD9293-2CD1-47F7-B197-9BB0E45C393A}" type="doc">
      <dgm:prSet loTypeId="urn:microsoft.com/office/officeart/2005/8/layout/orgChart1" loCatId="hierarchy" qsTypeId="urn:microsoft.com/office/officeart/2005/8/quickstyle/3d2" qsCatId="3D" csTypeId="urn:microsoft.com/office/officeart/2005/8/colors/colorful4" csCatId="colorful" phldr="1"/>
      <dgm:spPr/>
      <dgm:t>
        <a:bodyPr/>
        <a:lstStyle/>
        <a:p>
          <a:endParaRPr lang="es-PE"/>
        </a:p>
      </dgm:t>
    </dgm:pt>
    <dgm:pt modelId="{F105E40B-36B1-4B49-A30E-51303B901FAC}">
      <dgm:prSet phldrT="[Texto]"/>
      <dgm:spPr/>
      <dgm:t>
        <a:bodyPr/>
        <a:lstStyle/>
        <a:p>
          <a:r>
            <a:rPr lang="es-ES" dirty="0">
              <a:latin typeface="Arial Black" panose="020B0A04020102020204" pitchFamily="34" charset="0"/>
            </a:rPr>
            <a:t>Gerente general</a:t>
          </a:r>
          <a:endParaRPr lang="es-PE" dirty="0">
            <a:latin typeface="Arial Black" panose="020B0A04020102020204" pitchFamily="34" charset="0"/>
          </a:endParaRPr>
        </a:p>
      </dgm:t>
    </dgm:pt>
    <dgm:pt modelId="{2A9036F6-539D-436C-A7A6-F0B3D02FD568}" type="parTrans" cxnId="{66EB3ACB-50AE-4C6C-AD3B-BE93CB27F9BF}">
      <dgm:prSet/>
      <dgm:spPr/>
      <dgm:t>
        <a:bodyPr/>
        <a:lstStyle/>
        <a:p>
          <a:endParaRPr lang="es-PE"/>
        </a:p>
      </dgm:t>
    </dgm:pt>
    <dgm:pt modelId="{9C89541C-EB20-4E40-B18F-4811152842C9}" type="sibTrans" cxnId="{66EB3ACB-50AE-4C6C-AD3B-BE93CB27F9BF}">
      <dgm:prSet/>
      <dgm:spPr/>
      <dgm:t>
        <a:bodyPr/>
        <a:lstStyle/>
        <a:p>
          <a:endParaRPr lang="es-PE"/>
        </a:p>
      </dgm:t>
    </dgm:pt>
    <dgm:pt modelId="{88D6B076-5E72-49FD-AFAD-DF3249863289}" type="asst">
      <dgm:prSet phldrT="[Texto]"/>
      <dgm:spPr/>
      <dgm:t>
        <a:bodyPr/>
        <a:lstStyle/>
        <a:p>
          <a:r>
            <a:rPr lang="es-ES" dirty="0"/>
            <a:t>Secretaria </a:t>
          </a:r>
          <a:endParaRPr lang="es-PE" dirty="0"/>
        </a:p>
      </dgm:t>
    </dgm:pt>
    <dgm:pt modelId="{41226D67-3D92-4BEF-BCC8-26DC6C67227E}" type="parTrans" cxnId="{162D87E7-00B9-4276-828A-540CA39891B4}">
      <dgm:prSet/>
      <dgm:spPr/>
      <dgm:t>
        <a:bodyPr/>
        <a:lstStyle/>
        <a:p>
          <a:endParaRPr lang="es-PE"/>
        </a:p>
      </dgm:t>
    </dgm:pt>
    <dgm:pt modelId="{E9948948-AB3C-4FA7-9F6D-7A77AD1EBF2A}" type="sibTrans" cxnId="{162D87E7-00B9-4276-828A-540CA39891B4}">
      <dgm:prSet/>
      <dgm:spPr/>
      <dgm:t>
        <a:bodyPr/>
        <a:lstStyle/>
        <a:p>
          <a:endParaRPr lang="es-PE"/>
        </a:p>
      </dgm:t>
    </dgm:pt>
    <dgm:pt modelId="{E335FA8B-3326-4BDB-8485-015677EACF87}">
      <dgm:prSet phldrT="[Texto]"/>
      <dgm:spPr/>
      <dgm:t>
        <a:bodyPr/>
        <a:lstStyle/>
        <a:p>
          <a:r>
            <a:rPr lang="es-ES" dirty="0"/>
            <a:t>G.RRHH</a:t>
          </a:r>
          <a:endParaRPr lang="es-PE" dirty="0"/>
        </a:p>
      </dgm:t>
    </dgm:pt>
    <dgm:pt modelId="{4FFC896F-19F9-4451-8C20-B15DFA794180}" type="parTrans" cxnId="{6F7910E1-4EB7-4C12-854B-CCDB584AA9A6}">
      <dgm:prSet/>
      <dgm:spPr/>
      <dgm:t>
        <a:bodyPr/>
        <a:lstStyle/>
        <a:p>
          <a:endParaRPr lang="es-PE"/>
        </a:p>
      </dgm:t>
    </dgm:pt>
    <dgm:pt modelId="{2E8B2410-D6F8-4A8E-A2E2-3E45C1449974}" type="sibTrans" cxnId="{6F7910E1-4EB7-4C12-854B-CCDB584AA9A6}">
      <dgm:prSet/>
      <dgm:spPr/>
      <dgm:t>
        <a:bodyPr/>
        <a:lstStyle/>
        <a:p>
          <a:endParaRPr lang="es-PE"/>
        </a:p>
      </dgm:t>
    </dgm:pt>
    <dgm:pt modelId="{F57B48F0-E261-443A-95E0-509610BEC492}">
      <dgm:prSet phldrT="[Texto]"/>
      <dgm:spPr/>
      <dgm:t>
        <a:bodyPr/>
        <a:lstStyle/>
        <a:p>
          <a:r>
            <a:rPr lang="es-ES" dirty="0"/>
            <a:t>G. Marketing  </a:t>
          </a:r>
          <a:endParaRPr lang="es-PE" dirty="0"/>
        </a:p>
      </dgm:t>
    </dgm:pt>
    <dgm:pt modelId="{1CA83235-A91C-4793-A894-4825459D72F5}" type="parTrans" cxnId="{E9D9F73C-8AA0-4621-93B0-A05AB50F0D7A}">
      <dgm:prSet/>
      <dgm:spPr/>
      <dgm:t>
        <a:bodyPr/>
        <a:lstStyle/>
        <a:p>
          <a:endParaRPr lang="es-PE"/>
        </a:p>
      </dgm:t>
    </dgm:pt>
    <dgm:pt modelId="{EA9D62EE-153F-4EF2-AAD0-35ADF4B300AA}" type="sibTrans" cxnId="{E9D9F73C-8AA0-4621-93B0-A05AB50F0D7A}">
      <dgm:prSet/>
      <dgm:spPr/>
      <dgm:t>
        <a:bodyPr/>
        <a:lstStyle/>
        <a:p>
          <a:endParaRPr lang="es-PE"/>
        </a:p>
      </dgm:t>
    </dgm:pt>
    <dgm:pt modelId="{13ED3D27-83C2-4914-83A5-4D8F0D899733}">
      <dgm:prSet/>
      <dgm:spPr/>
      <dgm:t>
        <a:bodyPr/>
        <a:lstStyle/>
        <a:p>
          <a:r>
            <a:rPr lang="es-ES" dirty="0"/>
            <a:t>G. Logística </a:t>
          </a:r>
        </a:p>
      </dgm:t>
    </dgm:pt>
    <dgm:pt modelId="{51B85298-2A88-49F5-AE80-BF63639F48AF}" type="parTrans" cxnId="{39B5468D-D601-4047-BF06-B11015694A98}">
      <dgm:prSet/>
      <dgm:spPr/>
      <dgm:t>
        <a:bodyPr/>
        <a:lstStyle/>
        <a:p>
          <a:endParaRPr lang="es-PE"/>
        </a:p>
      </dgm:t>
    </dgm:pt>
    <dgm:pt modelId="{B2A68588-F024-44EA-A0A8-02712C9BA029}" type="sibTrans" cxnId="{39B5468D-D601-4047-BF06-B11015694A98}">
      <dgm:prSet/>
      <dgm:spPr/>
      <dgm:t>
        <a:bodyPr/>
        <a:lstStyle/>
        <a:p>
          <a:endParaRPr lang="es-PE"/>
        </a:p>
      </dgm:t>
    </dgm:pt>
    <dgm:pt modelId="{8ECA6E77-8844-466F-83E9-4ED0AA981F9B}">
      <dgm:prSet/>
      <dgm:spPr/>
      <dgm:t>
        <a:bodyPr/>
        <a:lstStyle/>
        <a:p>
          <a:r>
            <a:rPr lang="es-ES" dirty="0"/>
            <a:t>G. ventas </a:t>
          </a:r>
          <a:endParaRPr lang="es-PE" dirty="0"/>
        </a:p>
      </dgm:t>
    </dgm:pt>
    <dgm:pt modelId="{CD97CBA9-7E2C-4A1D-B615-A135D145BF64}" type="parTrans" cxnId="{B148AB1E-52B9-4134-A232-C8F6F4C1FAC8}">
      <dgm:prSet/>
      <dgm:spPr/>
      <dgm:t>
        <a:bodyPr/>
        <a:lstStyle/>
        <a:p>
          <a:endParaRPr lang="es-PE"/>
        </a:p>
      </dgm:t>
    </dgm:pt>
    <dgm:pt modelId="{E5073D36-3585-4027-B2E2-4AC87C754F96}" type="sibTrans" cxnId="{B148AB1E-52B9-4134-A232-C8F6F4C1FAC8}">
      <dgm:prSet/>
      <dgm:spPr/>
      <dgm:t>
        <a:bodyPr/>
        <a:lstStyle/>
        <a:p>
          <a:endParaRPr lang="es-PE"/>
        </a:p>
      </dgm:t>
    </dgm:pt>
    <dgm:pt modelId="{A07ACEC7-7209-4688-A937-E6081651BEC8}">
      <dgm:prSet phldrT="[Texto]"/>
      <dgm:spPr/>
      <dgm:t>
        <a:bodyPr/>
        <a:lstStyle/>
        <a:p>
          <a:r>
            <a:rPr lang="es-ES" dirty="0"/>
            <a:t>G. Sistemas  </a:t>
          </a:r>
          <a:endParaRPr lang="es-PE" dirty="0"/>
        </a:p>
      </dgm:t>
    </dgm:pt>
    <dgm:pt modelId="{97CEB43B-F30C-43E2-88C6-04BD4E42EC13}" type="sibTrans" cxnId="{3E32D4C0-075C-418E-B030-5C7D35041B5E}">
      <dgm:prSet/>
      <dgm:spPr/>
      <dgm:t>
        <a:bodyPr/>
        <a:lstStyle/>
        <a:p>
          <a:endParaRPr lang="es-PE"/>
        </a:p>
      </dgm:t>
    </dgm:pt>
    <dgm:pt modelId="{2A58CB99-FF2F-4EBD-B5AF-4AD34CAC5741}" type="parTrans" cxnId="{3E32D4C0-075C-418E-B030-5C7D35041B5E}">
      <dgm:prSet/>
      <dgm:spPr/>
      <dgm:t>
        <a:bodyPr/>
        <a:lstStyle/>
        <a:p>
          <a:endParaRPr lang="es-PE"/>
        </a:p>
      </dgm:t>
    </dgm:pt>
    <dgm:pt modelId="{8D0EB89C-6AB1-4B39-9FF3-6A29EF9D23C8}">
      <dgm:prSet/>
      <dgm:spPr/>
      <dgm:t>
        <a:bodyPr/>
        <a:lstStyle/>
        <a:p>
          <a:r>
            <a:rPr lang="es-ES" dirty="0"/>
            <a:t>Norte </a:t>
          </a:r>
          <a:endParaRPr lang="es-PE" dirty="0"/>
        </a:p>
      </dgm:t>
    </dgm:pt>
    <dgm:pt modelId="{07889B6A-D2A7-4B68-A35D-C91E415D979D}" type="parTrans" cxnId="{B9AC6AF8-74DD-4E3B-B4E5-AB4AA82E1913}">
      <dgm:prSet/>
      <dgm:spPr/>
      <dgm:t>
        <a:bodyPr/>
        <a:lstStyle/>
        <a:p>
          <a:endParaRPr lang="es-PE"/>
        </a:p>
      </dgm:t>
    </dgm:pt>
    <dgm:pt modelId="{0E7A4B9C-2427-453C-AA70-F601F7D74F7C}" type="sibTrans" cxnId="{B9AC6AF8-74DD-4E3B-B4E5-AB4AA82E1913}">
      <dgm:prSet/>
      <dgm:spPr/>
      <dgm:t>
        <a:bodyPr/>
        <a:lstStyle/>
        <a:p>
          <a:endParaRPr lang="es-PE"/>
        </a:p>
      </dgm:t>
    </dgm:pt>
    <dgm:pt modelId="{994DFED8-72CF-4C3E-B86F-10D22E1A114E}">
      <dgm:prSet/>
      <dgm:spPr/>
      <dgm:t>
        <a:bodyPr/>
        <a:lstStyle/>
        <a:p>
          <a:r>
            <a:rPr lang="es-ES" dirty="0"/>
            <a:t>Este </a:t>
          </a:r>
          <a:endParaRPr lang="es-PE" dirty="0"/>
        </a:p>
      </dgm:t>
    </dgm:pt>
    <dgm:pt modelId="{EC27AB10-CA54-4336-9F4E-DD8C58443F55}" type="parTrans" cxnId="{E43B1E65-A785-48D0-9987-97F6A1C52496}">
      <dgm:prSet/>
      <dgm:spPr/>
      <dgm:t>
        <a:bodyPr/>
        <a:lstStyle/>
        <a:p>
          <a:endParaRPr lang="es-PE"/>
        </a:p>
      </dgm:t>
    </dgm:pt>
    <dgm:pt modelId="{098B2109-0A6E-43C8-957A-09C95522D079}" type="sibTrans" cxnId="{E43B1E65-A785-48D0-9987-97F6A1C52496}">
      <dgm:prSet/>
      <dgm:spPr/>
      <dgm:t>
        <a:bodyPr/>
        <a:lstStyle/>
        <a:p>
          <a:endParaRPr lang="es-PE"/>
        </a:p>
      </dgm:t>
    </dgm:pt>
    <dgm:pt modelId="{682879C8-C73C-4D38-85CA-27FD523632E1}">
      <dgm:prSet/>
      <dgm:spPr/>
      <dgm:t>
        <a:bodyPr/>
        <a:lstStyle/>
        <a:p>
          <a:r>
            <a:rPr lang="es-ES" dirty="0"/>
            <a:t>Sur </a:t>
          </a:r>
          <a:endParaRPr lang="es-PE" dirty="0"/>
        </a:p>
      </dgm:t>
    </dgm:pt>
    <dgm:pt modelId="{9AD7D498-5BFB-47EC-999A-154DBE878C4D}" type="parTrans" cxnId="{482CCDB0-686F-45FC-824A-060ED02F8EC9}">
      <dgm:prSet/>
      <dgm:spPr/>
      <dgm:t>
        <a:bodyPr/>
        <a:lstStyle/>
        <a:p>
          <a:endParaRPr lang="es-PE"/>
        </a:p>
      </dgm:t>
    </dgm:pt>
    <dgm:pt modelId="{18F09609-1996-4347-BFEE-55621F6F52E7}" type="sibTrans" cxnId="{482CCDB0-686F-45FC-824A-060ED02F8EC9}">
      <dgm:prSet/>
      <dgm:spPr/>
      <dgm:t>
        <a:bodyPr/>
        <a:lstStyle/>
        <a:p>
          <a:endParaRPr lang="es-PE"/>
        </a:p>
      </dgm:t>
    </dgm:pt>
    <dgm:pt modelId="{B34DEBDA-682D-4BCC-ADAC-669D0CC0706C}" type="pres">
      <dgm:prSet presAssocID="{F6AD9293-2CD1-47F7-B197-9BB0E45C393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B7679AB5-E83C-47A7-9E2E-5A0738E79FEA}" type="pres">
      <dgm:prSet presAssocID="{F105E40B-36B1-4B49-A30E-51303B901FAC}" presName="hierRoot1" presStyleCnt="0">
        <dgm:presLayoutVars>
          <dgm:hierBranch val="init"/>
        </dgm:presLayoutVars>
      </dgm:prSet>
      <dgm:spPr/>
    </dgm:pt>
    <dgm:pt modelId="{1F51A81F-60C9-4D65-A34F-8886C49A96FC}" type="pres">
      <dgm:prSet presAssocID="{F105E40B-36B1-4B49-A30E-51303B901FAC}" presName="rootComposite1" presStyleCnt="0"/>
      <dgm:spPr/>
    </dgm:pt>
    <dgm:pt modelId="{15F1A487-2B36-40EE-954A-543C432F726C}" type="pres">
      <dgm:prSet presAssocID="{F105E40B-36B1-4B49-A30E-51303B901FAC}" presName="rootText1" presStyleLbl="node0" presStyleIdx="0" presStyleCnt="1">
        <dgm:presLayoutVars>
          <dgm:chPref val="3"/>
        </dgm:presLayoutVars>
      </dgm:prSet>
      <dgm:spPr/>
    </dgm:pt>
    <dgm:pt modelId="{611D952C-1EF1-4F5F-AFBC-7AE035DADFF4}" type="pres">
      <dgm:prSet presAssocID="{F105E40B-36B1-4B49-A30E-51303B901FAC}" presName="rootConnector1" presStyleLbl="node1" presStyleIdx="0" presStyleCnt="0"/>
      <dgm:spPr/>
    </dgm:pt>
    <dgm:pt modelId="{44C10CD4-5EF4-404A-87A9-EFF783D008A0}" type="pres">
      <dgm:prSet presAssocID="{F105E40B-36B1-4B49-A30E-51303B901FAC}" presName="hierChild2" presStyleCnt="0"/>
      <dgm:spPr/>
    </dgm:pt>
    <dgm:pt modelId="{ABA30AA5-C767-4F96-AD0F-A0808EE952FF}" type="pres">
      <dgm:prSet presAssocID="{4FFC896F-19F9-4451-8C20-B15DFA794180}" presName="Name37" presStyleLbl="parChTrans1D2" presStyleIdx="0" presStyleCnt="6"/>
      <dgm:spPr/>
    </dgm:pt>
    <dgm:pt modelId="{FFD10610-B3D9-462D-BE92-76F0772665B2}" type="pres">
      <dgm:prSet presAssocID="{E335FA8B-3326-4BDB-8485-015677EACF87}" presName="hierRoot2" presStyleCnt="0">
        <dgm:presLayoutVars>
          <dgm:hierBranch val="init"/>
        </dgm:presLayoutVars>
      </dgm:prSet>
      <dgm:spPr/>
    </dgm:pt>
    <dgm:pt modelId="{FEA7C1A9-A104-4BA5-B061-E52ED08A5EC6}" type="pres">
      <dgm:prSet presAssocID="{E335FA8B-3326-4BDB-8485-015677EACF87}" presName="rootComposite" presStyleCnt="0"/>
      <dgm:spPr/>
    </dgm:pt>
    <dgm:pt modelId="{F1349938-AC7D-4BBE-B824-EDE6727C3958}" type="pres">
      <dgm:prSet presAssocID="{E335FA8B-3326-4BDB-8485-015677EACF87}" presName="rootText" presStyleLbl="node2" presStyleIdx="0" presStyleCnt="5" custLinFactNeighborY="6727">
        <dgm:presLayoutVars>
          <dgm:chPref val="3"/>
        </dgm:presLayoutVars>
      </dgm:prSet>
      <dgm:spPr/>
    </dgm:pt>
    <dgm:pt modelId="{B27D0376-4D52-42F5-BB73-367F0C89CCC3}" type="pres">
      <dgm:prSet presAssocID="{E335FA8B-3326-4BDB-8485-015677EACF87}" presName="rootConnector" presStyleLbl="node2" presStyleIdx="0" presStyleCnt="5"/>
      <dgm:spPr/>
    </dgm:pt>
    <dgm:pt modelId="{53428238-7458-443C-A123-0290983099A1}" type="pres">
      <dgm:prSet presAssocID="{E335FA8B-3326-4BDB-8485-015677EACF87}" presName="hierChild4" presStyleCnt="0"/>
      <dgm:spPr/>
    </dgm:pt>
    <dgm:pt modelId="{55F53C98-144D-48F7-94D8-A5E65F1453EF}" type="pres">
      <dgm:prSet presAssocID="{E335FA8B-3326-4BDB-8485-015677EACF87}" presName="hierChild5" presStyleCnt="0"/>
      <dgm:spPr/>
    </dgm:pt>
    <dgm:pt modelId="{937F9838-E7CA-422F-AC43-A5C3F54B7171}" type="pres">
      <dgm:prSet presAssocID="{1CA83235-A91C-4793-A894-4825459D72F5}" presName="Name37" presStyleLbl="parChTrans1D2" presStyleIdx="1" presStyleCnt="6"/>
      <dgm:spPr/>
    </dgm:pt>
    <dgm:pt modelId="{D043D84A-26AE-4058-B207-DEC9B6EB97DB}" type="pres">
      <dgm:prSet presAssocID="{F57B48F0-E261-443A-95E0-509610BEC492}" presName="hierRoot2" presStyleCnt="0">
        <dgm:presLayoutVars>
          <dgm:hierBranch val="init"/>
        </dgm:presLayoutVars>
      </dgm:prSet>
      <dgm:spPr/>
    </dgm:pt>
    <dgm:pt modelId="{64F26F86-6957-45E5-A93A-34D9C8592BCC}" type="pres">
      <dgm:prSet presAssocID="{F57B48F0-E261-443A-95E0-509610BEC492}" presName="rootComposite" presStyleCnt="0"/>
      <dgm:spPr/>
    </dgm:pt>
    <dgm:pt modelId="{3EF6AA05-813A-4DDA-A334-D766A03ABAD7}" type="pres">
      <dgm:prSet presAssocID="{F57B48F0-E261-443A-95E0-509610BEC492}" presName="rootText" presStyleLbl="node2" presStyleIdx="1" presStyleCnt="5">
        <dgm:presLayoutVars>
          <dgm:chPref val="3"/>
        </dgm:presLayoutVars>
      </dgm:prSet>
      <dgm:spPr/>
    </dgm:pt>
    <dgm:pt modelId="{2E320337-9001-46DE-86A6-424F9036D9C3}" type="pres">
      <dgm:prSet presAssocID="{F57B48F0-E261-443A-95E0-509610BEC492}" presName="rootConnector" presStyleLbl="node2" presStyleIdx="1" presStyleCnt="5"/>
      <dgm:spPr/>
    </dgm:pt>
    <dgm:pt modelId="{0F2E43A6-CC55-4743-932D-BBA58D1F087C}" type="pres">
      <dgm:prSet presAssocID="{F57B48F0-E261-443A-95E0-509610BEC492}" presName="hierChild4" presStyleCnt="0"/>
      <dgm:spPr/>
    </dgm:pt>
    <dgm:pt modelId="{907474E8-0387-4F3B-823E-35A7F9E8A947}" type="pres">
      <dgm:prSet presAssocID="{F57B48F0-E261-443A-95E0-509610BEC492}" presName="hierChild5" presStyleCnt="0"/>
      <dgm:spPr/>
    </dgm:pt>
    <dgm:pt modelId="{EF4B859B-24E7-4E5B-AF5B-AE5BB07EBC5A}" type="pres">
      <dgm:prSet presAssocID="{2A58CB99-FF2F-4EBD-B5AF-4AD34CAC5741}" presName="Name37" presStyleLbl="parChTrans1D2" presStyleIdx="2" presStyleCnt="6"/>
      <dgm:spPr/>
    </dgm:pt>
    <dgm:pt modelId="{222A0EA4-D993-4915-9AFE-43E526EF17A5}" type="pres">
      <dgm:prSet presAssocID="{A07ACEC7-7209-4688-A937-E6081651BEC8}" presName="hierRoot2" presStyleCnt="0">
        <dgm:presLayoutVars>
          <dgm:hierBranch val="init"/>
        </dgm:presLayoutVars>
      </dgm:prSet>
      <dgm:spPr/>
    </dgm:pt>
    <dgm:pt modelId="{51BAC169-B67E-4B4D-B317-DC8F6B416018}" type="pres">
      <dgm:prSet presAssocID="{A07ACEC7-7209-4688-A937-E6081651BEC8}" presName="rootComposite" presStyleCnt="0"/>
      <dgm:spPr/>
    </dgm:pt>
    <dgm:pt modelId="{2A882CFF-12CF-460B-9D05-90018AB715C5}" type="pres">
      <dgm:prSet presAssocID="{A07ACEC7-7209-4688-A937-E6081651BEC8}" presName="rootText" presStyleLbl="node2" presStyleIdx="2" presStyleCnt="5">
        <dgm:presLayoutVars>
          <dgm:chPref val="3"/>
        </dgm:presLayoutVars>
      </dgm:prSet>
      <dgm:spPr/>
    </dgm:pt>
    <dgm:pt modelId="{D2D6CCBE-4A7D-4FA6-A73F-1C10D034749F}" type="pres">
      <dgm:prSet presAssocID="{A07ACEC7-7209-4688-A937-E6081651BEC8}" presName="rootConnector" presStyleLbl="node2" presStyleIdx="2" presStyleCnt="5"/>
      <dgm:spPr/>
    </dgm:pt>
    <dgm:pt modelId="{624D00EA-DD7B-4D03-942F-F6D204213CF7}" type="pres">
      <dgm:prSet presAssocID="{A07ACEC7-7209-4688-A937-E6081651BEC8}" presName="hierChild4" presStyleCnt="0"/>
      <dgm:spPr/>
    </dgm:pt>
    <dgm:pt modelId="{4800FF8A-B0BD-45B1-BEB2-144CBBC5528F}" type="pres">
      <dgm:prSet presAssocID="{A07ACEC7-7209-4688-A937-E6081651BEC8}" presName="hierChild5" presStyleCnt="0"/>
      <dgm:spPr/>
    </dgm:pt>
    <dgm:pt modelId="{23C509F7-8A5A-43AB-9480-74CF7FC3B498}" type="pres">
      <dgm:prSet presAssocID="{51B85298-2A88-49F5-AE80-BF63639F48AF}" presName="Name37" presStyleLbl="parChTrans1D2" presStyleIdx="3" presStyleCnt="6"/>
      <dgm:spPr/>
    </dgm:pt>
    <dgm:pt modelId="{455E9575-C823-47CC-B9B9-E94FF9A3A5AC}" type="pres">
      <dgm:prSet presAssocID="{13ED3D27-83C2-4914-83A5-4D8F0D899733}" presName="hierRoot2" presStyleCnt="0">
        <dgm:presLayoutVars>
          <dgm:hierBranch val="init"/>
        </dgm:presLayoutVars>
      </dgm:prSet>
      <dgm:spPr/>
    </dgm:pt>
    <dgm:pt modelId="{E1B279F4-3E99-40D3-822B-9D280D944EAB}" type="pres">
      <dgm:prSet presAssocID="{13ED3D27-83C2-4914-83A5-4D8F0D899733}" presName="rootComposite" presStyleCnt="0"/>
      <dgm:spPr/>
    </dgm:pt>
    <dgm:pt modelId="{21841340-DE03-42AF-A7CD-619882764EDB}" type="pres">
      <dgm:prSet presAssocID="{13ED3D27-83C2-4914-83A5-4D8F0D899733}" presName="rootText" presStyleLbl="node2" presStyleIdx="3" presStyleCnt="5">
        <dgm:presLayoutVars>
          <dgm:chPref val="3"/>
        </dgm:presLayoutVars>
      </dgm:prSet>
      <dgm:spPr/>
    </dgm:pt>
    <dgm:pt modelId="{91A92EA0-C487-4626-B6BB-CBCFFCDAE1BD}" type="pres">
      <dgm:prSet presAssocID="{13ED3D27-83C2-4914-83A5-4D8F0D899733}" presName="rootConnector" presStyleLbl="node2" presStyleIdx="3" presStyleCnt="5"/>
      <dgm:spPr/>
    </dgm:pt>
    <dgm:pt modelId="{A38D7114-A05E-447C-966C-DB68BAB703C4}" type="pres">
      <dgm:prSet presAssocID="{13ED3D27-83C2-4914-83A5-4D8F0D899733}" presName="hierChild4" presStyleCnt="0"/>
      <dgm:spPr/>
    </dgm:pt>
    <dgm:pt modelId="{A68066CE-005C-4FA3-812A-026B964B138B}" type="pres">
      <dgm:prSet presAssocID="{13ED3D27-83C2-4914-83A5-4D8F0D899733}" presName="hierChild5" presStyleCnt="0"/>
      <dgm:spPr/>
    </dgm:pt>
    <dgm:pt modelId="{F5412E3C-C7B6-4D3C-B003-3B99A14CAD16}" type="pres">
      <dgm:prSet presAssocID="{CD97CBA9-7E2C-4A1D-B615-A135D145BF64}" presName="Name37" presStyleLbl="parChTrans1D2" presStyleIdx="4" presStyleCnt="6"/>
      <dgm:spPr/>
    </dgm:pt>
    <dgm:pt modelId="{EA3F4EB6-CC56-481A-8508-8A649AF431D8}" type="pres">
      <dgm:prSet presAssocID="{8ECA6E77-8844-466F-83E9-4ED0AA981F9B}" presName="hierRoot2" presStyleCnt="0">
        <dgm:presLayoutVars>
          <dgm:hierBranch/>
        </dgm:presLayoutVars>
      </dgm:prSet>
      <dgm:spPr/>
    </dgm:pt>
    <dgm:pt modelId="{F5FF81D6-3B94-4967-80CD-277AC97A2C5A}" type="pres">
      <dgm:prSet presAssocID="{8ECA6E77-8844-466F-83E9-4ED0AA981F9B}" presName="rootComposite" presStyleCnt="0"/>
      <dgm:spPr/>
    </dgm:pt>
    <dgm:pt modelId="{CD175B65-AAD7-45CC-9572-BAD5EAD8F2F3}" type="pres">
      <dgm:prSet presAssocID="{8ECA6E77-8844-466F-83E9-4ED0AA981F9B}" presName="rootText" presStyleLbl="node2" presStyleIdx="4" presStyleCnt="5">
        <dgm:presLayoutVars>
          <dgm:chPref val="3"/>
        </dgm:presLayoutVars>
      </dgm:prSet>
      <dgm:spPr/>
    </dgm:pt>
    <dgm:pt modelId="{C5CDCBF1-B1A6-4F71-8B82-BD864D584DAD}" type="pres">
      <dgm:prSet presAssocID="{8ECA6E77-8844-466F-83E9-4ED0AA981F9B}" presName="rootConnector" presStyleLbl="node2" presStyleIdx="4" presStyleCnt="5"/>
      <dgm:spPr/>
    </dgm:pt>
    <dgm:pt modelId="{E964AFCD-D2CE-492B-AE90-49EB6237764B}" type="pres">
      <dgm:prSet presAssocID="{8ECA6E77-8844-466F-83E9-4ED0AA981F9B}" presName="hierChild4" presStyleCnt="0"/>
      <dgm:spPr/>
    </dgm:pt>
    <dgm:pt modelId="{E43BB1D3-3341-41B6-85BD-519EA5D63F16}" type="pres">
      <dgm:prSet presAssocID="{07889B6A-D2A7-4B68-A35D-C91E415D979D}" presName="Name35" presStyleLbl="parChTrans1D3" presStyleIdx="0" presStyleCnt="1"/>
      <dgm:spPr/>
    </dgm:pt>
    <dgm:pt modelId="{3A5A72DB-9B6D-48D2-AEAB-F5E8BC769459}" type="pres">
      <dgm:prSet presAssocID="{8D0EB89C-6AB1-4B39-9FF3-6A29EF9D23C8}" presName="hierRoot2" presStyleCnt="0">
        <dgm:presLayoutVars>
          <dgm:hierBranch val="init"/>
        </dgm:presLayoutVars>
      </dgm:prSet>
      <dgm:spPr/>
    </dgm:pt>
    <dgm:pt modelId="{63016841-4AFC-4AE7-8FBC-CEB32C1B7912}" type="pres">
      <dgm:prSet presAssocID="{8D0EB89C-6AB1-4B39-9FF3-6A29EF9D23C8}" presName="rootComposite" presStyleCnt="0"/>
      <dgm:spPr/>
    </dgm:pt>
    <dgm:pt modelId="{278B3E94-B554-4666-A045-F1E5D6BC603D}" type="pres">
      <dgm:prSet presAssocID="{8D0EB89C-6AB1-4B39-9FF3-6A29EF9D23C8}" presName="rootText" presStyleLbl="node3" presStyleIdx="0" presStyleCnt="1" custLinFactX="-40582" custLinFactNeighborX="-100000" custLinFactNeighborY="-10996">
        <dgm:presLayoutVars>
          <dgm:chPref val="3"/>
        </dgm:presLayoutVars>
      </dgm:prSet>
      <dgm:spPr/>
    </dgm:pt>
    <dgm:pt modelId="{F62418FB-D44E-424C-9070-1928201F7BE6}" type="pres">
      <dgm:prSet presAssocID="{8D0EB89C-6AB1-4B39-9FF3-6A29EF9D23C8}" presName="rootConnector" presStyleLbl="node3" presStyleIdx="0" presStyleCnt="1"/>
      <dgm:spPr/>
    </dgm:pt>
    <dgm:pt modelId="{F704C88F-C7E0-4DEF-8761-A1C8AAF0E7B0}" type="pres">
      <dgm:prSet presAssocID="{8D0EB89C-6AB1-4B39-9FF3-6A29EF9D23C8}" presName="hierChild4" presStyleCnt="0"/>
      <dgm:spPr/>
    </dgm:pt>
    <dgm:pt modelId="{9DF38BCA-D96C-4C37-A6CE-E0266BA83452}" type="pres">
      <dgm:prSet presAssocID="{EC27AB10-CA54-4336-9F4E-DD8C58443F55}" presName="Name37" presStyleLbl="parChTrans1D4" presStyleIdx="0" presStyleCnt="2"/>
      <dgm:spPr/>
    </dgm:pt>
    <dgm:pt modelId="{9A9D1695-5D22-48C5-9796-AB9E44DDD8D8}" type="pres">
      <dgm:prSet presAssocID="{994DFED8-72CF-4C3E-B86F-10D22E1A114E}" presName="hierRoot2" presStyleCnt="0">
        <dgm:presLayoutVars>
          <dgm:hierBranch val="init"/>
        </dgm:presLayoutVars>
      </dgm:prSet>
      <dgm:spPr/>
    </dgm:pt>
    <dgm:pt modelId="{CBF9D30F-4AC2-45AF-B4E7-FBF14E3DE846}" type="pres">
      <dgm:prSet presAssocID="{994DFED8-72CF-4C3E-B86F-10D22E1A114E}" presName="rootComposite" presStyleCnt="0"/>
      <dgm:spPr/>
    </dgm:pt>
    <dgm:pt modelId="{52C63395-6A17-49FC-AFE3-18BF63B1BC32}" type="pres">
      <dgm:prSet presAssocID="{994DFED8-72CF-4C3E-B86F-10D22E1A114E}" presName="rootText" presStyleLbl="node4" presStyleIdx="0" presStyleCnt="2" custLinFactY="-52997" custLinFactNeighborX="-4869" custLinFactNeighborY="-100000">
        <dgm:presLayoutVars>
          <dgm:chPref val="3"/>
        </dgm:presLayoutVars>
      </dgm:prSet>
      <dgm:spPr/>
    </dgm:pt>
    <dgm:pt modelId="{414929E8-1F7E-48CE-8FED-E1C5B4F098B7}" type="pres">
      <dgm:prSet presAssocID="{994DFED8-72CF-4C3E-B86F-10D22E1A114E}" presName="rootConnector" presStyleLbl="node4" presStyleIdx="0" presStyleCnt="2"/>
      <dgm:spPr/>
    </dgm:pt>
    <dgm:pt modelId="{C2FA2BCF-0B60-40EF-B2BF-4E3B8426C2B7}" type="pres">
      <dgm:prSet presAssocID="{994DFED8-72CF-4C3E-B86F-10D22E1A114E}" presName="hierChild4" presStyleCnt="0"/>
      <dgm:spPr/>
    </dgm:pt>
    <dgm:pt modelId="{D1C9692E-26A8-4DF7-B2D1-80E5F07A2C55}" type="pres">
      <dgm:prSet presAssocID="{9AD7D498-5BFB-47EC-999A-154DBE878C4D}" presName="Name37" presStyleLbl="parChTrans1D4" presStyleIdx="1" presStyleCnt="2"/>
      <dgm:spPr/>
    </dgm:pt>
    <dgm:pt modelId="{ADB6E9FF-0B44-42D7-B7C9-0810C9189F88}" type="pres">
      <dgm:prSet presAssocID="{682879C8-C73C-4D38-85CA-27FD523632E1}" presName="hierRoot2" presStyleCnt="0">
        <dgm:presLayoutVars>
          <dgm:hierBranch val="init"/>
        </dgm:presLayoutVars>
      </dgm:prSet>
      <dgm:spPr/>
    </dgm:pt>
    <dgm:pt modelId="{F74B884C-1068-476C-88F2-AD04E21820C1}" type="pres">
      <dgm:prSet presAssocID="{682879C8-C73C-4D38-85CA-27FD523632E1}" presName="rootComposite" presStyleCnt="0"/>
      <dgm:spPr/>
    </dgm:pt>
    <dgm:pt modelId="{294861C2-425F-4B55-9665-224A03BB1614}" type="pres">
      <dgm:prSet presAssocID="{682879C8-C73C-4D38-85CA-27FD523632E1}" presName="rootText" presStyleLbl="node4" presStyleIdx="1" presStyleCnt="2" custLinFactY="-100000" custLinFactNeighborX="94938" custLinFactNeighborY="-194996">
        <dgm:presLayoutVars>
          <dgm:chPref val="3"/>
        </dgm:presLayoutVars>
      </dgm:prSet>
      <dgm:spPr/>
    </dgm:pt>
    <dgm:pt modelId="{39D66C25-68E0-41EF-9AA0-716C5E2385A6}" type="pres">
      <dgm:prSet presAssocID="{682879C8-C73C-4D38-85CA-27FD523632E1}" presName="rootConnector" presStyleLbl="node4" presStyleIdx="1" presStyleCnt="2"/>
      <dgm:spPr/>
    </dgm:pt>
    <dgm:pt modelId="{44D99533-0DA5-410F-8E89-75F5346C88EA}" type="pres">
      <dgm:prSet presAssocID="{682879C8-C73C-4D38-85CA-27FD523632E1}" presName="hierChild4" presStyleCnt="0"/>
      <dgm:spPr/>
    </dgm:pt>
    <dgm:pt modelId="{BE748A41-8658-4B41-AED9-285952385037}" type="pres">
      <dgm:prSet presAssocID="{682879C8-C73C-4D38-85CA-27FD523632E1}" presName="hierChild5" presStyleCnt="0"/>
      <dgm:spPr/>
    </dgm:pt>
    <dgm:pt modelId="{37DAFFC2-468E-4F2F-981A-97B420FC506C}" type="pres">
      <dgm:prSet presAssocID="{994DFED8-72CF-4C3E-B86F-10D22E1A114E}" presName="hierChild5" presStyleCnt="0"/>
      <dgm:spPr/>
    </dgm:pt>
    <dgm:pt modelId="{44708920-1636-430F-8B4A-67405E076ED8}" type="pres">
      <dgm:prSet presAssocID="{8D0EB89C-6AB1-4B39-9FF3-6A29EF9D23C8}" presName="hierChild5" presStyleCnt="0"/>
      <dgm:spPr/>
    </dgm:pt>
    <dgm:pt modelId="{E10D0902-705E-4566-BE10-AC3AEBECF01E}" type="pres">
      <dgm:prSet presAssocID="{8ECA6E77-8844-466F-83E9-4ED0AA981F9B}" presName="hierChild5" presStyleCnt="0"/>
      <dgm:spPr/>
    </dgm:pt>
    <dgm:pt modelId="{D5C233EF-CC71-4386-A7B1-8C31D5187E91}" type="pres">
      <dgm:prSet presAssocID="{F105E40B-36B1-4B49-A30E-51303B901FAC}" presName="hierChild3" presStyleCnt="0"/>
      <dgm:spPr/>
    </dgm:pt>
    <dgm:pt modelId="{B9551096-F38F-4237-9281-E7EACE164CDD}" type="pres">
      <dgm:prSet presAssocID="{41226D67-3D92-4BEF-BCC8-26DC6C67227E}" presName="Name111" presStyleLbl="parChTrans1D2" presStyleIdx="5" presStyleCnt="6"/>
      <dgm:spPr/>
    </dgm:pt>
    <dgm:pt modelId="{C7CC237A-02B1-43FF-86D4-0360A493A885}" type="pres">
      <dgm:prSet presAssocID="{88D6B076-5E72-49FD-AFAD-DF3249863289}" presName="hierRoot3" presStyleCnt="0">
        <dgm:presLayoutVars>
          <dgm:hierBranch val="init"/>
        </dgm:presLayoutVars>
      </dgm:prSet>
      <dgm:spPr/>
    </dgm:pt>
    <dgm:pt modelId="{031278F4-6D77-4272-BB4D-D42B3AC8064C}" type="pres">
      <dgm:prSet presAssocID="{88D6B076-5E72-49FD-AFAD-DF3249863289}" presName="rootComposite3" presStyleCnt="0"/>
      <dgm:spPr/>
    </dgm:pt>
    <dgm:pt modelId="{7D222B21-D39C-4914-8355-A3A59CDCEEC3}" type="pres">
      <dgm:prSet presAssocID="{88D6B076-5E72-49FD-AFAD-DF3249863289}" presName="rootText3" presStyleLbl="asst1" presStyleIdx="0" presStyleCnt="1">
        <dgm:presLayoutVars>
          <dgm:chPref val="3"/>
        </dgm:presLayoutVars>
      </dgm:prSet>
      <dgm:spPr/>
    </dgm:pt>
    <dgm:pt modelId="{A9E6F0FE-266A-4150-86AE-8B54CC6BE186}" type="pres">
      <dgm:prSet presAssocID="{88D6B076-5E72-49FD-AFAD-DF3249863289}" presName="rootConnector3" presStyleLbl="asst1" presStyleIdx="0" presStyleCnt="1"/>
      <dgm:spPr/>
    </dgm:pt>
    <dgm:pt modelId="{FE89A539-F35B-4884-94E8-745CD85F66A8}" type="pres">
      <dgm:prSet presAssocID="{88D6B076-5E72-49FD-AFAD-DF3249863289}" presName="hierChild6" presStyleCnt="0"/>
      <dgm:spPr/>
    </dgm:pt>
    <dgm:pt modelId="{A67D7B45-5532-4A22-B3F7-AE5BCD19887B}" type="pres">
      <dgm:prSet presAssocID="{88D6B076-5E72-49FD-AFAD-DF3249863289}" presName="hierChild7" presStyleCnt="0"/>
      <dgm:spPr/>
    </dgm:pt>
  </dgm:ptLst>
  <dgm:cxnLst>
    <dgm:cxn modelId="{57C1A500-BC25-4150-A892-EE25815BF831}" type="presOf" srcId="{88D6B076-5E72-49FD-AFAD-DF3249863289}" destId="{A9E6F0FE-266A-4150-86AE-8B54CC6BE186}" srcOrd="1" destOrd="0" presId="urn:microsoft.com/office/officeart/2005/8/layout/orgChart1"/>
    <dgm:cxn modelId="{4AC71705-0AF2-47C0-B119-743BD515B23A}" type="presOf" srcId="{994DFED8-72CF-4C3E-B86F-10D22E1A114E}" destId="{414929E8-1F7E-48CE-8FED-E1C5B4F098B7}" srcOrd="1" destOrd="0" presId="urn:microsoft.com/office/officeart/2005/8/layout/orgChart1"/>
    <dgm:cxn modelId="{E1935A11-5E63-4A06-9233-8C1C9D5CB530}" type="presOf" srcId="{51B85298-2A88-49F5-AE80-BF63639F48AF}" destId="{23C509F7-8A5A-43AB-9480-74CF7FC3B498}" srcOrd="0" destOrd="0" presId="urn:microsoft.com/office/officeart/2005/8/layout/orgChart1"/>
    <dgm:cxn modelId="{7553D111-B7A2-45E8-8D23-C656EA272D98}" type="presOf" srcId="{F57B48F0-E261-443A-95E0-509610BEC492}" destId="{2E320337-9001-46DE-86A6-424F9036D9C3}" srcOrd="1" destOrd="0" presId="urn:microsoft.com/office/officeart/2005/8/layout/orgChart1"/>
    <dgm:cxn modelId="{B148AB1E-52B9-4134-A232-C8F6F4C1FAC8}" srcId="{F105E40B-36B1-4B49-A30E-51303B901FAC}" destId="{8ECA6E77-8844-466F-83E9-4ED0AA981F9B}" srcOrd="5" destOrd="0" parTransId="{CD97CBA9-7E2C-4A1D-B615-A135D145BF64}" sibTransId="{E5073D36-3585-4027-B2E2-4AC87C754F96}"/>
    <dgm:cxn modelId="{64C8711F-F2FF-4C2B-81E4-B7EE8B6FB7F0}" type="presOf" srcId="{A07ACEC7-7209-4688-A937-E6081651BEC8}" destId="{2A882CFF-12CF-460B-9D05-90018AB715C5}" srcOrd="0" destOrd="0" presId="urn:microsoft.com/office/officeart/2005/8/layout/orgChart1"/>
    <dgm:cxn modelId="{0D2EA721-412F-43C3-9691-620D851E317D}" type="presOf" srcId="{E335FA8B-3326-4BDB-8485-015677EACF87}" destId="{F1349938-AC7D-4BBE-B824-EDE6727C3958}" srcOrd="0" destOrd="0" presId="urn:microsoft.com/office/officeart/2005/8/layout/orgChart1"/>
    <dgm:cxn modelId="{B22EE321-1E00-4C75-A723-1F218D75141A}" type="presOf" srcId="{682879C8-C73C-4D38-85CA-27FD523632E1}" destId="{294861C2-425F-4B55-9665-224A03BB1614}" srcOrd="0" destOrd="0" presId="urn:microsoft.com/office/officeart/2005/8/layout/orgChart1"/>
    <dgm:cxn modelId="{1D6EA92C-C10D-43C9-8BCC-A1F2DF58C3B3}" type="presOf" srcId="{9AD7D498-5BFB-47EC-999A-154DBE878C4D}" destId="{D1C9692E-26A8-4DF7-B2D1-80E5F07A2C55}" srcOrd="0" destOrd="0" presId="urn:microsoft.com/office/officeart/2005/8/layout/orgChart1"/>
    <dgm:cxn modelId="{E9D9F73C-8AA0-4621-93B0-A05AB50F0D7A}" srcId="{F105E40B-36B1-4B49-A30E-51303B901FAC}" destId="{F57B48F0-E261-443A-95E0-509610BEC492}" srcOrd="2" destOrd="0" parTransId="{1CA83235-A91C-4793-A894-4825459D72F5}" sibTransId="{EA9D62EE-153F-4EF2-AAD0-35ADF4B300AA}"/>
    <dgm:cxn modelId="{A329E63D-1422-4473-92FF-DA3D8C63067C}" type="presOf" srcId="{41226D67-3D92-4BEF-BCC8-26DC6C67227E}" destId="{B9551096-F38F-4237-9281-E7EACE164CDD}" srcOrd="0" destOrd="0" presId="urn:microsoft.com/office/officeart/2005/8/layout/orgChart1"/>
    <dgm:cxn modelId="{4B41AF3E-7ADD-4A00-BD64-E9B03F76DA13}" type="presOf" srcId="{07889B6A-D2A7-4B68-A35D-C91E415D979D}" destId="{E43BB1D3-3341-41B6-85BD-519EA5D63F16}" srcOrd="0" destOrd="0" presId="urn:microsoft.com/office/officeart/2005/8/layout/orgChart1"/>
    <dgm:cxn modelId="{D8D86A60-C188-41E9-B635-0EA0A44BC486}" type="presOf" srcId="{F6AD9293-2CD1-47F7-B197-9BB0E45C393A}" destId="{B34DEBDA-682D-4BCC-ADAC-669D0CC0706C}" srcOrd="0" destOrd="0" presId="urn:microsoft.com/office/officeart/2005/8/layout/orgChart1"/>
    <dgm:cxn modelId="{89A14A64-1A31-41AC-A404-B889742B7F2E}" type="presOf" srcId="{F105E40B-36B1-4B49-A30E-51303B901FAC}" destId="{15F1A487-2B36-40EE-954A-543C432F726C}" srcOrd="0" destOrd="0" presId="urn:microsoft.com/office/officeart/2005/8/layout/orgChart1"/>
    <dgm:cxn modelId="{E43B1E65-A785-48D0-9987-97F6A1C52496}" srcId="{8D0EB89C-6AB1-4B39-9FF3-6A29EF9D23C8}" destId="{994DFED8-72CF-4C3E-B86F-10D22E1A114E}" srcOrd="0" destOrd="0" parTransId="{EC27AB10-CA54-4336-9F4E-DD8C58443F55}" sibTransId="{098B2109-0A6E-43C8-957A-09C95522D079}"/>
    <dgm:cxn modelId="{E9717353-36E5-42FF-8C45-BB4192F6EBE1}" type="presOf" srcId="{88D6B076-5E72-49FD-AFAD-DF3249863289}" destId="{7D222B21-D39C-4914-8355-A3A59CDCEEC3}" srcOrd="0" destOrd="0" presId="urn:microsoft.com/office/officeart/2005/8/layout/orgChart1"/>
    <dgm:cxn modelId="{A78C2C56-47E7-4FF9-AE96-44168567E009}" type="presOf" srcId="{8ECA6E77-8844-466F-83E9-4ED0AA981F9B}" destId="{C5CDCBF1-B1A6-4F71-8B82-BD864D584DAD}" srcOrd="1" destOrd="0" presId="urn:microsoft.com/office/officeart/2005/8/layout/orgChart1"/>
    <dgm:cxn modelId="{92684F7A-59C6-410E-AD5D-F60B75DB65F9}" type="presOf" srcId="{2A58CB99-FF2F-4EBD-B5AF-4AD34CAC5741}" destId="{EF4B859B-24E7-4E5B-AF5B-AE5BB07EBC5A}" srcOrd="0" destOrd="0" presId="urn:microsoft.com/office/officeart/2005/8/layout/orgChart1"/>
    <dgm:cxn modelId="{18966D86-3541-4826-9B22-1EF22C72524B}" type="presOf" srcId="{4FFC896F-19F9-4451-8C20-B15DFA794180}" destId="{ABA30AA5-C767-4F96-AD0F-A0808EE952FF}" srcOrd="0" destOrd="0" presId="urn:microsoft.com/office/officeart/2005/8/layout/orgChart1"/>
    <dgm:cxn modelId="{39B5468D-D601-4047-BF06-B11015694A98}" srcId="{F105E40B-36B1-4B49-A30E-51303B901FAC}" destId="{13ED3D27-83C2-4914-83A5-4D8F0D899733}" srcOrd="4" destOrd="0" parTransId="{51B85298-2A88-49F5-AE80-BF63639F48AF}" sibTransId="{B2A68588-F024-44EA-A0A8-02712C9BA029}"/>
    <dgm:cxn modelId="{3861E18F-157B-48B9-AECC-DE1E7BE6EFF1}" type="presOf" srcId="{E335FA8B-3326-4BDB-8485-015677EACF87}" destId="{B27D0376-4D52-42F5-BB73-367F0C89CCC3}" srcOrd="1" destOrd="0" presId="urn:microsoft.com/office/officeart/2005/8/layout/orgChart1"/>
    <dgm:cxn modelId="{843EE099-7D8B-402A-B03D-571CD56E9BEA}" type="presOf" srcId="{13ED3D27-83C2-4914-83A5-4D8F0D899733}" destId="{91A92EA0-C487-4626-B6BB-CBCFFCDAE1BD}" srcOrd="1" destOrd="0" presId="urn:microsoft.com/office/officeart/2005/8/layout/orgChart1"/>
    <dgm:cxn modelId="{C86975A9-8C6C-4B79-96A8-7A07B2DF53DB}" type="presOf" srcId="{994DFED8-72CF-4C3E-B86F-10D22E1A114E}" destId="{52C63395-6A17-49FC-AFE3-18BF63B1BC32}" srcOrd="0" destOrd="0" presId="urn:microsoft.com/office/officeart/2005/8/layout/orgChart1"/>
    <dgm:cxn modelId="{4CCBFBAF-E6ED-4F8B-96CC-DFB71FD66B7C}" type="presOf" srcId="{F105E40B-36B1-4B49-A30E-51303B901FAC}" destId="{611D952C-1EF1-4F5F-AFBC-7AE035DADFF4}" srcOrd="1" destOrd="0" presId="urn:microsoft.com/office/officeart/2005/8/layout/orgChart1"/>
    <dgm:cxn modelId="{482CCDB0-686F-45FC-824A-060ED02F8EC9}" srcId="{994DFED8-72CF-4C3E-B86F-10D22E1A114E}" destId="{682879C8-C73C-4D38-85CA-27FD523632E1}" srcOrd="0" destOrd="0" parTransId="{9AD7D498-5BFB-47EC-999A-154DBE878C4D}" sibTransId="{18F09609-1996-4347-BFEE-55621F6F52E7}"/>
    <dgm:cxn modelId="{3E32D4C0-075C-418E-B030-5C7D35041B5E}" srcId="{F105E40B-36B1-4B49-A30E-51303B901FAC}" destId="{A07ACEC7-7209-4688-A937-E6081651BEC8}" srcOrd="3" destOrd="0" parTransId="{2A58CB99-FF2F-4EBD-B5AF-4AD34CAC5741}" sibTransId="{97CEB43B-F30C-43E2-88C6-04BD4E42EC13}"/>
    <dgm:cxn modelId="{510101C2-3410-4D15-8C8F-1B5DF1346609}" type="presOf" srcId="{8D0EB89C-6AB1-4B39-9FF3-6A29EF9D23C8}" destId="{278B3E94-B554-4666-A045-F1E5D6BC603D}" srcOrd="0" destOrd="0" presId="urn:microsoft.com/office/officeart/2005/8/layout/orgChart1"/>
    <dgm:cxn modelId="{D4972BC3-DBD3-4AE4-A97D-819E27713128}" type="presOf" srcId="{EC27AB10-CA54-4336-9F4E-DD8C58443F55}" destId="{9DF38BCA-D96C-4C37-A6CE-E0266BA83452}" srcOrd="0" destOrd="0" presId="urn:microsoft.com/office/officeart/2005/8/layout/orgChart1"/>
    <dgm:cxn modelId="{B464C6C6-F730-408A-A6DC-FC235ECC2B92}" type="presOf" srcId="{8ECA6E77-8844-466F-83E9-4ED0AA981F9B}" destId="{CD175B65-AAD7-45CC-9572-BAD5EAD8F2F3}" srcOrd="0" destOrd="0" presId="urn:microsoft.com/office/officeart/2005/8/layout/orgChart1"/>
    <dgm:cxn modelId="{66EB3ACB-50AE-4C6C-AD3B-BE93CB27F9BF}" srcId="{F6AD9293-2CD1-47F7-B197-9BB0E45C393A}" destId="{F105E40B-36B1-4B49-A30E-51303B901FAC}" srcOrd="0" destOrd="0" parTransId="{2A9036F6-539D-436C-A7A6-F0B3D02FD568}" sibTransId="{9C89541C-EB20-4E40-B18F-4811152842C9}"/>
    <dgm:cxn modelId="{5F20ACD1-D004-497E-B467-9554538F62A2}" type="presOf" srcId="{1CA83235-A91C-4793-A894-4825459D72F5}" destId="{937F9838-E7CA-422F-AC43-A5C3F54B7171}" srcOrd="0" destOrd="0" presId="urn:microsoft.com/office/officeart/2005/8/layout/orgChart1"/>
    <dgm:cxn modelId="{CF5358D7-AA25-4ADB-AEC5-3A1C0433582F}" type="presOf" srcId="{8D0EB89C-6AB1-4B39-9FF3-6A29EF9D23C8}" destId="{F62418FB-D44E-424C-9070-1928201F7BE6}" srcOrd="1" destOrd="0" presId="urn:microsoft.com/office/officeart/2005/8/layout/orgChart1"/>
    <dgm:cxn modelId="{338862DA-43AA-42E9-B2EC-F46A90B1BE2F}" type="presOf" srcId="{F57B48F0-E261-443A-95E0-509610BEC492}" destId="{3EF6AA05-813A-4DDA-A334-D766A03ABAD7}" srcOrd="0" destOrd="0" presId="urn:microsoft.com/office/officeart/2005/8/layout/orgChart1"/>
    <dgm:cxn modelId="{07831DDE-48C3-4310-8E25-F707E3528668}" type="presOf" srcId="{A07ACEC7-7209-4688-A937-E6081651BEC8}" destId="{D2D6CCBE-4A7D-4FA6-A73F-1C10D034749F}" srcOrd="1" destOrd="0" presId="urn:microsoft.com/office/officeart/2005/8/layout/orgChart1"/>
    <dgm:cxn modelId="{6F7910E1-4EB7-4C12-854B-CCDB584AA9A6}" srcId="{F105E40B-36B1-4B49-A30E-51303B901FAC}" destId="{E335FA8B-3326-4BDB-8485-015677EACF87}" srcOrd="1" destOrd="0" parTransId="{4FFC896F-19F9-4451-8C20-B15DFA794180}" sibTransId="{2E8B2410-D6F8-4A8E-A2E2-3E45C1449974}"/>
    <dgm:cxn modelId="{162D87E7-00B9-4276-828A-540CA39891B4}" srcId="{F105E40B-36B1-4B49-A30E-51303B901FAC}" destId="{88D6B076-5E72-49FD-AFAD-DF3249863289}" srcOrd="0" destOrd="0" parTransId="{41226D67-3D92-4BEF-BCC8-26DC6C67227E}" sibTransId="{E9948948-AB3C-4FA7-9F6D-7A77AD1EBF2A}"/>
    <dgm:cxn modelId="{F7F4C6E9-8E2D-48D9-9D78-4034DBEA6532}" type="presOf" srcId="{682879C8-C73C-4D38-85CA-27FD523632E1}" destId="{39D66C25-68E0-41EF-9AA0-716C5E2385A6}" srcOrd="1" destOrd="0" presId="urn:microsoft.com/office/officeart/2005/8/layout/orgChart1"/>
    <dgm:cxn modelId="{53EB13EF-0BEA-4568-B107-7FCF4F68A17B}" type="presOf" srcId="{13ED3D27-83C2-4914-83A5-4D8F0D899733}" destId="{21841340-DE03-42AF-A7CD-619882764EDB}" srcOrd="0" destOrd="0" presId="urn:microsoft.com/office/officeart/2005/8/layout/orgChart1"/>
    <dgm:cxn modelId="{3C3068F7-0229-450A-8455-59A47632332B}" type="presOf" srcId="{CD97CBA9-7E2C-4A1D-B615-A135D145BF64}" destId="{F5412E3C-C7B6-4D3C-B003-3B99A14CAD16}" srcOrd="0" destOrd="0" presId="urn:microsoft.com/office/officeart/2005/8/layout/orgChart1"/>
    <dgm:cxn modelId="{B9AC6AF8-74DD-4E3B-B4E5-AB4AA82E1913}" srcId="{8ECA6E77-8844-466F-83E9-4ED0AA981F9B}" destId="{8D0EB89C-6AB1-4B39-9FF3-6A29EF9D23C8}" srcOrd="0" destOrd="0" parTransId="{07889B6A-D2A7-4B68-A35D-C91E415D979D}" sibTransId="{0E7A4B9C-2427-453C-AA70-F601F7D74F7C}"/>
    <dgm:cxn modelId="{546223A8-DE73-4B0F-B435-02A2CD3E6FE9}" type="presParOf" srcId="{B34DEBDA-682D-4BCC-ADAC-669D0CC0706C}" destId="{B7679AB5-E83C-47A7-9E2E-5A0738E79FEA}" srcOrd="0" destOrd="0" presId="urn:microsoft.com/office/officeart/2005/8/layout/orgChart1"/>
    <dgm:cxn modelId="{0E6E8403-52AE-44E4-A827-16E0260955B4}" type="presParOf" srcId="{B7679AB5-E83C-47A7-9E2E-5A0738E79FEA}" destId="{1F51A81F-60C9-4D65-A34F-8886C49A96FC}" srcOrd="0" destOrd="0" presId="urn:microsoft.com/office/officeart/2005/8/layout/orgChart1"/>
    <dgm:cxn modelId="{8E0B0AB5-D948-447E-8F26-E205DDC4F74A}" type="presParOf" srcId="{1F51A81F-60C9-4D65-A34F-8886C49A96FC}" destId="{15F1A487-2B36-40EE-954A-543C432F726C}" srcOrd="0" destOrd="0" presId="urn:microsoft.com/office/officeart/2005/8/layout/orgChart1"/>
    <dgm:cxn modelId="{5C2A77FE-ABFB-42A7-9C44-E66A63BAD3F6}" type="presParOf" srcId="{1F51A81F-60C9-4D65-A34F-8886C49A96FC}" destId="{611D952C-1EF1-4F5F-AFBC-7AE035DADFF4}" srcOrd="1" destOrd="0" presId="urn:microsoft.com/office/officeart/2005/8/layout/orgChart1"/>
    <dgm:cxn modelId="{CC6E610D-2E87-4227-939E-6C51E6DA1292}" type="presParOf" srcId="{B7679AB5-E83C-47A7-9E2E-5A0738E79FEA}" destId="{44C10CD4-5EF4-404A-87A9-EFF783D008A0}" srcOrd="1" destOrd="0" presId="urn:microsoft.com/office/officeart/2005/8/layout/orgChart1"/>
    <dgm:cxn modelId="{A0A8D448-2685-428D-9146-01BC2E87C84A}" type="presParOf" srcId="{44C10CD4-5EF4-404A-87A9-EFF783D008A0}" destId="{ABA30AA5-C767-4F96-AD0F-A0808EE952FF}" srcOrd="0" destOrd="0" presId="urn:microsoft.com/office/officeart/2005/8/layout/orgChart1"/>
    <dgm:cxn modelId="{1AD3E730-3ACA-4F09-ABC4-BCF3211AEDAC}" type="presParOf" srcId="{44C10CD4-5EF4-404A-87A9-EFF783D008A0}" destId="{FFD10610-B3D9-462D-BE92-76F0772665B2}" srcOrd="1" destOrd="0" presId="urn:microsoft.com/office/officeart/2005/8/layout/orgChart1"/>
    <dgm:cxn modelId="{38859E76-2294-4614-A1B5-236BCD85D781}" type="presParOf" srcId="{FFD10610-B3D9-462D-BE92-76F0772665B2}" destId="{FEA7C1A9-A104-4BA5-B061-E52ED08A5EC6}" srcOrd="0" destOrd="0" presId="urn:microsoft.com/office/officeart/2005/8/layout/orgChart1"/>
    <dgm:cxn modelId="{E7042CA8-48B4-4F91-8E39-9D305A75DDF8}" type="presParOf" srcId="{FEA7C1A9-A104-4BA5-B061-E52ED08A5EC6}" destId="{F1349938-AC7D-4BBE-B824-EDE6727C3958}" srcOrd="0" destOrd="0" presId="urn:microsoft.com/office/officeart/2005/8/layout/orgChart1"/>
    <dgm:cxn modelId="{6EF7EDCA-12CA-46A8-8A6D-A3815300FE3A}" type="presParOf" srcId="{FEA7C1A9-A104-4BA5-B061-E52ED08A5EC6}" destId="{B27D0376-4D52-42F5-BB73-367F0C89CCC3}" srcOrd="1" destOrd="0" presId="urn:microsoft.com/office/officeart/2005/8/layout/orgChart1"/>
    <dgm:cxn modelId="{FD5E0595-0D43-436D-BA9A-B875822F6D26}" type="presParOf" srcId="{FFD10610-B3D9-462D-BE92-76F0772665B2}" destId="{53428238-7458-443C-A123-0290983099A1}" srcOrd="1" destOrd="0" presId="urn:microsoft.com/office/officeart/2005/8/layout/orgChart1"/>
    <dgm:cxn modelId="{2581E178-5DFA-4ADF-8109-267BC537D7B2}" type="presParOf" srcId="{FFD10610-B3D9-462D-BE92-76F0772665B2}" destId="{55F53C98-144D-48F7-94D8-A5E65F1453EF}" srcOrd="2" destOrd="0" presId="urn:microsoft.com/office/officeart/2005/8/layout/orgChart1"/>
    <dgm:cxn modelId="{6DF08AFC-53DF-4BC8-A92B-5AC5BB2DBE1E}" type="presParOf" srcId="{44C10CD4-5EF4-404A-87A9-EFF783D008A0}" destId="{937F9838-E7CA-422F-AC43-A5C3F54B7171}" srcOrd="2" destOrd="0" presId="urn:microsoft.com/office/officeart/2005/8/layout/orgChart1"/>
    <dgm:cxn modelId="{2DB99518-DA55-45C4-A79C-48DAEB4E7C6D}" type="presParOf" srcId="{44C10CD4-5EF4-404A-87A9-EFF783D008A0}" destId="{D043D84A-26AE-4058-B207-DEC9B6EB97DB}" srcOrd="3" destOrd="0" presId="urn:microsoft.com/office/officeart/2005/8/layout/orgChart1"/>
    <dgm:cxn modelId="{CDA4BFE1-BE75-41F1-9DB4-6D5BB2B94001}" type="presParOf" srcId="{D043D84A-26AE-4058-B207-DEC9B6EB97DB}" destId="{64F26F86-6957-45E5-A93A-34D9C8592BCC}" srcOrd="0" destOrd="0" presId="urn:microsoft.com/office/officeart/2005/8/layout/orgChart1"/>
    <dgm:cxn modelId="{408C8FE2-72F2-4FCB-92E9-617F3E582CD5}" type="presParOf" srcId="{64F26F86-6957-45E5-A93A-34D9C8592BCC}" destId="{3EF6AA05-813A-4DDA-A334-D766A03ABAD7}" srcOrd="0" destOrd="0" presId="urn:microsoft.com/office/officeart/2005/8/layout/orgChart1"/>
    <dgm:cxn modelId="{40EB16CA-E35D-4FD7-B49C-C7C082346AFB}" type="presParOf" srcId="{64F26F86-6957-45E5-A93A-34D9C8592BCC}" destId="{2E320337-9001-46DE-86A6-424F9036D9C3}" srcOrd="1" destOrd="0" presId="urn:microsoft.com/office/officeart/2005/8/layout/orgChart1"/>
    <dgm:cxn modelId="{4BF97979-9836-4B40-B55C-6297915A1E34}" type="presParOf" srcId="{D043D84A-26AE-4058-B207-DEC9B6EB97DB}" destId="{0F2E43A6-CC55-4743-932D-BBA58D1F087C}" srcOrd="1" destOrd="0" presId="urn:microsoft.com/office/officeart/2005/8/layout/orgChart1"/>
    <dgm:cxn modelId="{4C797A60-61B8-4B14-8CD4-ABF7BB37B390}" type="presParOf" srcId="{D043D84A-26AE-4058-B207-DEC9B6EB97DB}" destId="{907474E8-0387-4F3B-823E-35A7F9E8A947}" srcOrd="2" destOrd="0" presId="urn:microsoft.com/office/officeart/2005/8/layout/orgChart1"/>
    <dgm:cxn modelId="{5785EBB4-A788-4AC8-8841-BFA8FF4532D5}" type="presParOf" srcId="{44C10CD4-5EF4-404A-87A9-EFF783D008A0}" destId="{EF4B859B-24E7-4E5B-AF5B-AE5BB07EBC5A}" srcOrd="4" destOrd="0" presId="urn:microsoft.com/office/officeart/2005/8/layout/orgChart1"/>
    <dgm:cxn modelId="{A1FDD95A-C432-41AF-B18C-F63F404D296C}" type="presParOf" srcId="{44C10CD4-5EF4-404A-87A9-EFF783D008A0}" destId="{222A0EA4-D993-4915-9AFE-43E526EF17A5}" srcOrd="5" destOrd="0" presId="urn:microsoft.com/office/officeart/2005/8/layout/orgChart1"/>
    <dgm:cxn modelId="{46049292-281C-43B6-97E8-2BCE7D198ADF}" type="presParOf" srcId="{222A0EA4-D993-4915-9AFE-43E526EF17A5}" destId="{51BAC169-B67E-4B4D-B317-DC8F6B416018}" srcOrd="0" destOrd="0" presId="urn:microsoft.com/office/officeart/2005/8/layout/orgChart1"/>
    <dgm:cxn modelId="{BEC1A7F5-433A-4491-BA23-4B89B452F13D}" type="presParOf" srcId="{51BAC169-B67E-4B4D-B317-DC8F6B416018}" destId="{2A882CFF-12CF-460B-9D05-90018AB715C5}" srcOrd="0" destOrd="0" presId="urn:microsoft.com/office/officeart/2005/8/layout/orgChart1"/>
    <dgm:cxn modelId="{58B11D30-0179-43DD-87C3-B2860CB30A2F}" type="presParOf" srcId="{51BAC169-B67E-4B4D-B317-DC8F6B416018}" destId="{D2D6CCBE-4A7D-4FA6-A73F-1C10D034749F}" srcOrd="1" destOrd="0" presId="urn:microsoft.com/office/officeart/2005/8/layout/orgChart1"/>
    <dgm:cxn modelId="{8B8C77A9-4E7C-4A84-B66D-F6292198DC01}" type="presParOf" srcId="{222A0EA4-D993-4915-9AFE-43E526EF17A5}" destId="{624D00EA-DD7B-4D03-942F-F6D204213CF7}" srcOrd="1" destOrd="0" presId="urn:microsoft.com/office/officeart/2005/8/layout/orgChart1"/>
    <dgm:cxn modelId="{5F8CA95B-3B73-46E9-B794-EFC0DA33C7AF}" type="presParOf" srcId="{222A0EA4-D993-4915-9AFE-43E526EF17A5}" destId="{4800FF8A-B0BD-45B1-BEB2-144CBBC5528F}" srcOrd="2" destOrd="0" presId="urn:microsoft.com/office/officeart/2005/8/layout/orgChart1"/>
    <dgm:cxn modelId="{C519944F-6E6F-4CDA-872D-DDF7A6AA3A87}" type="presParOf" srcId="{44C10CD4-5EF4-404A-87A9-EFF783D008A0}" destId="{23C509F7-8A5A-43AB-9480-74CF7FC3B498}" srcOrd="6" destOrd="0" presId="urn:microsoft.com/office/officeart/2005/8/layout/orgChart1"/>
    <dgm:cxn modelId="{05596970-C191-49BC-89E3-9D3805972442}" type="presParOf" srcId="{44C10CD4-5EF4-404A-87A9-EFF783D008A0}" destId="{455E9575-C823-47CC-B9B9-E94FF9A3A5AC}" srcOrd="7" destOrd="0" presId="urn:microsoft.com/office/officeart/2005/8/layout/orgChart1"/>
    <dgm:cxn modelId="{DB8DFACD-9217-49A7-81D4-3921DC89322A}" type="presParOf" srcId="{455E9575-C823-47CC-B9B9-E94FF9A3A5AC}" destId="{E1B279F4-3E99-40D3-822B-9D280D944EAB}" srcOrd="0" destOrd="0" presId="urn:microsoft.com/office/officeart/2005/8/layout/orgChart1"/>
    <dgm:cxn modelId="{191A91A0-D731-4278-9DB1-EA4CD35D7517}" type="presParOf" srcId="{E1B279F4-3E99-40D3-822B-9D280D944EAB}" destId="{21841340-DE03-42AF-A7CD-619882764EDB}" srcOrd="0" destOrd="0" presId="urn:microsoft.com/office/officeart/2005/8/layout/orgChart1"/>
    <dgm:cxn modelId="{83FE87C0-B4D2-4F73-940B-02217CF4ED6F}" type="presParOf" srcId="{E1B279F4-3E99-40D3-822B-9D280D944EAB}" destId="{91A92EA0-C487-4626-B6BB-CBCFFCDAE1BD}" srcOrd="1" destOrd="0" presId="urn:microsoft.com/office/officeart/2005/8/layout/orgChart1"/>
    <dgm:cxn modelId="{5779BF0B-9C88-414A-BD96-DBCB86A1EC00}" type="presParOf" srcId="{455E9575-C823-47CC-B9B9-E94FF9A3A5AC}" destId="{A38D7114-A05E-447C-966C-DB68BAB703C4}" srcOrd="1" destOrd="0" presId="urn:microsoft.com/office/officeart/2005/8/layout/orgChart1"/>
    <dgm:cxn modelId="{98368FD9-1B19-4987-8361-A105EB1990A4}" type="presParOf" srcId="{455E9575-C823-47CC-B9B9-E94FF9A3A5AC}" destId="{A68066CE-005C-4FA3-812A-026B964B138B}" srcOrd="2" destOrd="0" presId="urn:microsoft.com/office/officeart/2005/8/layout/orgChart1"/>
    <dgm:cxn modelId="{E0F79ABD-00C3-4DEE-B6D3-FB652A197C4C}" type="presParOf" srcId="{44C10CD4-5EF4-404A-87A9-EFF783D008A0}" destId="{F5412E3C-C7B6-4D3C-B003-3B99A14CAD16}" srcOrd="8" destOrd="0" presId="urn:microsoft.com/office/officeart/2005/8/layout/orgChart1"/>
    <dgm:cxn modelId="{D4125E86-8CC1-4096-8A34-EA949576FF16}" type="presParOf" srcId="{44C10CD4-5EF4-404A-87A9-EFF783D008A0}" destId="{EA3F4EB6-CC56-481A-8508-8A649AF431D8}" srcOrd="9" destOrd="0" presId="urn:microsoft.com/office/officeart/2005/8/layout/orgChart1"/>
    <dgm:cxn modelId="{B281CCB4-B97C-413B-89BB-36FDD29CE76B}" type="presParOf" srcId="{EA3F4EB6-CC56-481A-8508-8A649AF431D8}" destId="{F5FF81D6-3B94-4967-80CD-277AC97A2C5A}" srcOrd="0" destOrd="0" presId="urn:microsoft.com/office/officeart/2005/8/layout/orgChart1"/>
    <dgm:cxn modelId="{33398109-E031-4C3D-ABD3-2B2E09CF185D}" type="presParOf" srcId="{F5FF81D6-3B94-4967-80CD-277AC97A2C5A}" destId="{CD175B65-AAD7-45CC-9572-BAD5EAD8F2F3}" srcOrd="0" destOrd="0" presId="urn:microsoft.com/office/officeart/2005/8/layout/orgChart1"/>
    <dgm:cxn modelId="{754DF1CE-680A-4BF8-AF91-791D6311FD02}" type="presParOf" srcId="{F5FF81D6-3B94-4967-80CD-277AC97A2C5A}" destId="{C5CDCBF1-B1A6-4F71-8B82-BD864D584DAD}" srcOrd="1" destOrd="0" presId="urn:microsoft.com/office/officeart/2005/8/layout/orgChart1"/>
    <dgm:cxn modelId="{C5FBDF30-528B-48AE-9BEC-33C01D11BD98}" type="presParOf" srcId="{EA3F4EB6-CC56-481A-8508-8A649AF431D8}" destId="{E964AFCD-D2CE-492B-AE90-49EB6237764B}" srcOrd="1" destOrd="0" presId="urn:microsoft.com/office/officeart/2005/8/layout/orgChart1"/>
    <dgm:cxn modelId="{44EB6992-8C28-465B-BA3B-C1EF72821D16}" type="presParOf" srcId="{E964AFCD-D2CE-492B-AE90-49EB6237764B}" destId="{E43BB1D3-3341-41B6-85BD-519EA5D63F16}" srcOrd="0" destOrd="0" presId="urn:microsoft.com/office/officeart/2005/8/layout/orgChart1"/>
    <dgm:cxn modelId="{F47D7040-D822-4D35-A607-C8CDF7DEFACA}" type="presParOf" srcId="{E964AFCD-D2CE-492B-AE90-49EB6237764B}" destId="{3A5A72DB-9B6D-48D2-AEAB-F5E8BC769459}" srcOrd="1" destOrd="0" presId="urn:microsoft.com/office/officeart/2005/8/layout/orgChart1"/>
    <dgm:cxn modelId="{33D969BB-C341-4CC0-8027-886A2BF8D275}" type="presParOf" srcId="{3A5A72DB-9B6D-48D2-AEAB-F5E8BC769459}" destId="{63016841-4AFC-4AE7-8FBC-CEB32C1B7912}" srcOrd="0" destOrd="0" presId="urn:microsoft.com/office/officeart/2005/8/layout/orgChart1"/>
    <dgm:cxn modelId="{316A1776-3591-4DFD-BD1A-2EC353E07F77}" type="presParOf" srcId="{63016841-4AFC-4AE7-8FBC-CEB32C1B7912}" destId="{278B3E94-B554-4666-A045-F1E5D6BC603D}" srcOrd="0" destOrd="0" presId="urn:microsoft.com/office/officeart/2005/8/layout/orgChart1"/>
    <dgm:cxn modelId="{99A3BD20-925B-455B-9EB0-B1AABD8EB326}" type="presParOf" srcId="{63016841-4AFC-4AE7-8FBC-CEB32C1B7912}" destId="{F62418FB-D44E-424C-9070-1928201F7BE6}" srcOrd="1" destOrd="0" presId="urn:microsoft.com/office/officeart/2005/8/layout/orgChart1"/>
    <dgm:cxn modelId="{4532275C-F6F1-4A68-927D-E433AAAA4B98}" type="presParOf" srcId="{3A5A72DB-9B6D-48D2-AEAB-F5E8BC769459}" destId="{F704C88F-C7E0-4DEF-8761-A1C8AAF0E7B0}" srcOrd="1" destOrd="0" presId="urn:microsoft.com/office/officeart/2005/8/layout/orgChart1"/>
    <dgm:cxn modelId="{AA73D9D0-2ABC-4A35-81F9-D6873B1C2DE1}" type="presParOf" srcId="{F704C88F-C7E0-4DEF-8761-A1C8AAF0E7B0}" destId="{9DF38BCA-D96C-4C37-A6CE-E0266BA83452}" srcOrd="0" destOrd="0" presId="urn:microsoft.com/office/officeart/2005/8/layout/orgChart1"/>
    <dgm:cxn modelId="{329D2FCF-DFF6-4C58-9538-8C5DF3927026}" type="presParOf" srcId="{F704C88F-C7E0-4DEF-8761-A1C8AAF0E7B0}" destId="{9A9D1695-5D22-48C5-9796-AB9E44DDD8D8}" srcOrd="1" destOrd="0" presId="urn:microsoft.com/office/officeart/2005/8/layout/orgChart1"/>
    <dgm:cxn modelId="{F41CD7F8-38B4-40F7-A7A9-95108EF44B04}" type="presParOf" srcId="{9A9D1695-5D22-48C5-9796-AB9E44DDD8D8}" destId="{CBF9D30F-4AC2-45AF-B4E7-FBF14E3DE846}" srcOrd="0" destOrd="0" presId="urn:microsoft.com/office/officeart/2005/8/layout/orgChart1"/>
    <dgm:cxn modelId="{0C3B7585-0FC9-4341-885D-CEFB366BBE96}" type="presParOf" srcId="{CBF9D30F-4AC2-45AF-B4E7-FBF14E3DE846}" destId="{52C63395-6A17-49FC-AFE3-18BF63B1BC32}" srcOrd="0" destOrd="0" presId="urn:microsoft.com/office/officeart/2005/8/layout/orgChart1"/>
    <dgm:cxn modelId="{0E69CA22-47C7-46E6-8465-FC0B84A62342}" type="presParOf" srcId="{CBF9D30F-4AC2-45AF-B4E7-FBF14E3DE846}" destId="{414929E8-1F7E-48CE-8FED-E1C5B4F098B7}" srcOrd="1" destOrd="0" presId="urn:microsoft.com/office/officeart/2005/8/layout/orgChart1"/>
    <dgm:cxn modelId="{DA0FC1ED-2E63-4DD7-A6BD-A58269AFAD5E}" type="presParOf" srcId="{9A9D1695-5D22-48C5-9796-AB9E44DDD8D8}" destId="{C2FA2BCF-0B60-40EF-B2BF-4E3B8426C2B7}" srcOrd="1" destOrd="0" presId="urn:microsoft.com/office/officeart/2005/8/layout/orgChart1"/>
    <dgm:cxn modelId="{9BFDEEE7-460D-43AF-9FAD-5641D07AED97}" type="presParOf" srcId="{C2FA2BCF-0B60-40EF-B2BF-4E3B8426C2B7}" destId="{D1C9692E-26A8-4DF7-B2D1-80E5F07A2C55}" srcOrd="0" destOrd="0" presId="urn:microsoft.com/office/officeart/2005/8/layout/orgChart1"/>
    <dgm:cxn modelId="{1B45AE86-31B9-48CB-BD75-24E2F510AF17}" type="presParOf" srcId="{C2FA2BCF-0B60-40EF-B2BF-4E3B8426C2B7}" destId="{ADB6E9FF-0B44-42D7-B7C9-0810C9189F88}" srcOrd="1" destOrd="0" presId="urn:microsoft.com/office/officeart/2005/8/layout/orgChart1"/>
    <dgm:cxn modelId="{A3C56224-D6CC-48DB-8C0A-4F46410520EA}" type="presParOf" srcId="{ADB6E9FF-0B44-42D7-B7C9-0810C9189F88}" destId="{F74B884C-1068-476C-88F2-AD04E21820C1}" srcOrd="0" destOrd="0" presId="urn:microsoft.com/office/officeart/2005/8/layout/orgChart1"/>
    <dgm:cxn modelId="{887666F8-2678-4A6B-95BB-C76E5B2E5A09}" type="presParOf" srcId="{F74B884C-1068-476C-88F2-AD04E21820C1}" destId="{294861C2-425F-4B55-9665-224A03BB1614}" srcOrd="0" destOrd="0" presId="urn:microsoft.com/office/officeart/2005/8/layout/orgChart1"/>
    <dgm:cxn modelId="{27612D22-8C07-4B50-B475-59EF5F1A8338}" type="presParOf" srcId="{F74B884C-1068-476C-88F2-AD04E21820C1}" destId="{39D66C25-68E0-41EF-9AA0-716C5E2385A6}" srcOrd="1" destOrd="0" presId="urn:microsoft.com/office/officeart/2005/8/layout/orgChart1"/>
    <dgm:cxn modelId="{2B813DE1-DCB1-4E32-B964-9AE35013969F}" type="presParOf" srcId="{ADB6E9FF-0B44-42D7-B7C9-0810C9189F88}" destId="{44D99533-0DA5-410F-8E89-75F5346C88EA}" srcOrd="1" destOrd="0" presId="urn:microsoft.com/office/officeart/2005/8/layout/orgChart1"/>
    <dgm:cxn modelId="{E8620641-1F27-45E4-818D-D4ACE7B7E551}" type="presParOf" srcId="{ADB6E9FF-0B44-42D7-B7C9-0810C9189F88}" destId="{BE748A41-8658-4B41-AED9-285952385037}" srcOrd="2" destOrd="0" presId="urn:microsoft.com/office/officeart/2005/8/layout/orgChart1"/>
    <dgm:cxn modelId="{AE835567-5AC3-4560-8D0D-8F54140A08CA}" type="presParOf" srcId="{9A9D1695-5D22-48C5-9796-AB9E44DDD8D8}" destId="{37DAFFC2-468E-4F2F-981A-97B420FC506C}" srcOrd="2" destOrd="0" presId="urn:microsoft.com/office/officeart/2005/8/layout/orgChart1"/>
    <dgm:cxn modelId="{BC4E588D-814B-4EB2-9FF6-78FB89E9065B}" type="presParOf" srcId="{3A5A72DB-9B6D-48D2-AEAB-F5E8BC769459}" destId="{44708920-1636-430F-8B4A-67405E076ED8}" srcOrd="2" destOrd="0" presId="urn:microsoft.com/office/officeart/2005/8/layout/orgChart1"/>
    <dgm:cxn modelId="{E48CA4CA-19D9-496F-A525-0A982350B668}" type="presParOf" srcId="{EA3F4EB6-CC56-481A-8508-8A649AF431D8}" destId="{E10D0902-705E-4566-BE10-AC3AEBECF01E}" srcOrd="2" destOrd="0" presId="urn:microsoft.com/office/officeart/2005/8/layout/orgChart1"/>
    <dgm:cxn modelId="{B82F02DC-C155-4723-8818-A9F5BF9C32E8}" type="presParOf" srcId="{B7679AB5-E83C-47A7-9E2E-5A0738E79FEA}" destId="{D5C233EF-CC71-4386-A7B1-8C31D5187E91}" srcOrd="2" destOrd="0" presId="urn:microsoft.com/office/officeart/2005/8/layout/orgChart1"/>
    <dgm:cxn modelId="{FB01EEA8-DFA3-4764-881A-241691B40A0E}" type="presParOf" srcId="{D5C233EF-CC71-4386-A7B1-8C31D5187E91}" destId="{B9551096-F38F-4237-9281-E7EACE164CDD}" srcOrd="0" destOrd="0" presId="urn:microsoft.com/office/officeart/2005/8/layout/orgChart1"/>
    <dgm:cxn modelId="{4B581D47-8CB9-446D-B5E4-F8324CFA63FB}" type="presParOf" srcId="{D5C233EF-CC71-4386-A7B1-8C31D5187E91}" destId="{C7CC237A-02B1-43FF-86D4-0360A493A885}" srcOrd="1" destOrd="0" presId="urn:microsoft.com/office/officeart/2005/8/layout/orgChart1"/>
    <dgm:cxn modelId="{F97703F4-CE54-4C22-9F1E-110D2A8C6CD9}" type="presParOf" srcId="{C7CC237A-02B1-43FF-86D4-0360A493A885}" destId="{031278F4-6D77-4272-BB4D-D42B3AC8064C}" srcOrd="0" destOrd="0" presId="urn:microsoft.com/office/officeart/2005/8/layout/orgChart1"/>
    <dgm:cxn modelId="{7DBDCE3C-1AAF-471F-A190-211F05DEE5E3}" type="presParOf" srcId="{031278F4-6D77-4272-BB4D-D42B3AC8064C}" destId="{7D222B21-D39C-4914-8355-A3A59CDCEEC3}" srcOrd="0" destOrd="0" presId="urn:microsoft.com/office/officeart/2005/8/layout/orgChart1"/>
    <dgm:cxn modelId="{306AED0E-31D3-4990-B8F4-AF6AB78EE3E9}" type="presParOf" srcId="{031278F4-6D77-4272-BB4D-D42B3AC8064C}" destId="{A9E6F0FE-266A-4150-86AE-8B54CC6BE186}" srcOrd="1" destOrd="0" presId="urn:microsoft.com/office/officeart/2005/8/layout/orgChart1"/>
    <dgm:cxn modelId="{7F4EE8DC-18B5-441F-BA59-6115295079FA}" type="presParOf" srcId="{C7CC237A-02B1-43FF-86D4-0360A493A885}" destId="{FE89A539-F35B-4884-94E8-745CD85F66A8}" srcOrd="1" destOrd="0" presId="urn:microsoft.com/office/officeart/2005/8/layout/orgChart1"/>
    <dgm:cxn modelId="{D7D5821E-AF5E-47D6-892F-31E89F3229E7}" type="presParOf" srcId="{C7CC237A-02B1-43FF-86D4-0360A493A885}" destId="{A67D7B45-5532-4A22-B3F7-AE5BCD19887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551096-F38F-4237-9281-E7EACE164CDD}">
      <dsp:nvSpPr>
        <dsp:cNvPr id="0" name=""/>
        <dsp:cNvSpPr/>
      </dsp:nvSpPr>
      <dsp:spPr>
        <a:xfrm>
          <a:off x="5623619" y="696205"/>
          <a:ext cx="146077" cy="639960"/>
        </a:xfrm>
        <a:custGeom>
          <a:avLst/>
          <a:gdLst/>
          <a:ahLst/>
          <a:cxnLst/>
          <a:rect l="0" t="0" r="0" b="0"/>
          <a:pathLst>
            <a:path>
              <a:moveTo>
                <a:pt x="146077" y="0"/>
              </a:moveTo>
              <a:lnTo>
                <a:pt x="146077" y="639960"/>
              </a:lnTo>
              <a:lnTo>
                <a:pt x="0" y="639960"/>
              </a:lnTo>
            </a:path>
          </a:pathLst>
        </a:custGeom>
        <a:noFill/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C9692E-26A8-4DF7-B2D1-80E5F07A2C55}">
      <dsp:nvSpPr>
        <dsp:cNvPr id="0" name=""/>
        <dsp:cNvSpPr/>
      </dsp:nvSpPr>
      <dsp:spPr>
        <a:xfrm>
          <a:off x="8512218" y="3235205"/>
          <a:ext cx="1597214" cy="347797"/>
        </a:xfrm>
        <a:custGeom>
          <a:avLst/>
          <a:gdLst/>
          <a:ahLst/>
          <a:cxnLst/>
          <a:rect l="0" t="0" r="0" b="0"/>
          <a:pathLst>
            <a:path>
              <a:moveTo>
                <a:pt x="0" y="347797"/>
              </a:moveTo>
              <a:lnTo>
                <a:pt x="1597214" y="0"/>
              </a:lnTo>
            </a:path>
          </a:pathLst>
        </a:custGeom>
        <a:noFill/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F38BCA-D96C-4C37-A6CE-E0266BA83452}">
      <dsp:nvSpPr>
        <dsp:cNvPr id="0" name=""/>
        <dsp:cNvSpPr/>
      </dsp:nvSpPr>
      <dsp:spPr>
        <a:xfrm>
          <a:off x="7180642" y="2887394"/>
          <a:ext cx="1888062" cy="695615"/>
        </a:xfrm>
        <a:custGeom>
          <a:avLst/>
          <a:gdLst/>
          <a:ahLst/>
          <a:cxnLst/>
          <a:rect l="0" t="0" r="0" b="0"/>
          <a:pathLst>
            <a:path>
              <a:moveTo>
                <a:pt x="0" y="695615"/>
              </a:moveTo>
              <a:lnTo>
                <a:pt x="1888062" y="0"/>
              </a:lnTo>
            </a:path>
          </a:pathLst>
        </a:custGeom>
        <a:noFill/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3BB1D3-3341-41B6-85BD-519EA5D63F16}">
      <dsp:nvSpPr>
        <dsp:cNvPr id="0" name=""/>
        <dsp:cNvSpPr/>
      </dsp:nvSpPr>
      <dsp:spPr>
        <a:xfrm>
          <a:off x="7180642" y="2671734"/>
          <a:ext cx="1955801" cy="215666"/>
        </a:xfrm>
        <a:custGeom>
          <a:avLst/>
          <a:gdLst/>
          <a:ahLst/>
          <a:cxnLst/>
          <a:rect l="0" t="0" r="0" b="0"/>
          <a:pathLst>
            <a:path>
              <a:moveTo>
                <a:pt x="1955801" y="0"/>
              </a:moveTo>
              <a:lnTo>
                <a:pt x="1955801" y="69588"/>
              </a:lnTo>
              <a:lnTo>
                <a:pt x="0" y="69588"/>
              </a:lnTo>
              <a:lnTo>
                <a:pt x="0" y="215666"/>
              </a:lnTo>
            </a:path>
          </a:pathLst>
        </a:custGeom>
        <a:noFill/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412E3C-C7B6-4D3C-B003-3B99A14CAD16}">
      <dsp:nvSpPr>
        <dsp:cNvPr id="0" name=""/>
        <dsp:cNvSpPr/>
      </dsp:nvSpPr>
      <dsp:spPr>
        <a:xfrm>
          <a:off x="5769697" y="696205"/>
          <a:ext cx="3366746" cy="12799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33842"/>
              </a:lnTo>
              <a:lnTo>
                <a:pt x="3366746" y="1133842"/>
              </a:lnTo>
              <a:lnTo>
                <a:pt x="3366746" y="1279920"/>
              </a:lnTo>
            </a:path>
          </a:pathLst>
        </a:custGeom>
        <a:noFill/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C509F7-8A5A-43AB-9480-74CF7FC3B498}">
      <dsp:nvSpPr>
        <dsp:cNvPr id="0" name=""/>
        <dsp:cNvSpPr/>
      </dsp:nvSpPr>
      <dsp:spPr>
        <a:xfrm>
          <a:off x="5769697" y="696205"/>
          <a:ext cx="1683373" cy="12799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33842"/>
              </a:lnTo>
              <a:lnTo>
                <a:pt x="1683373" y="1133842"/>
              </a:lnTo>
              <a:lnTo>
                <a:pt x="1683373" y="1279920"/>
              </a:lnTo>
            </a:path>
          </a:pathLst>
        </a:custGeom>
        <a:noFill/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4B859B-24E7-4E5B-AF5B-AE5BB07EBC5A}">
      <dsp:nvSpPr>
        <dsp:cNvPr id="0" name=""/>
        <dsp:cNvSpPr/>
      </dsp:nvSpPr>
      <dsp:spPr>
        <a:xfrm>
          <a:off x="5723977" y="696205"/>
          <a:ext cx="91440" cy="127992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279920"/>
              </a:lnTo>
            </a:path>
          </a:pathLst>
        </a:custGeom>
        <a:noFill/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7F9838-E7CA-422F-AC43-A5C3F54B7171}">
      <dsp:nvSpPr>
        <dsp:cNvPr id="0" name=""/>
        <dsp:cNvSpPr/>
      </dsp:nvSpPr>
      <dsp:spPr>
        <a:xfrm>
          <a:off x="4086324" y="696205"/>
          <a:ext cx="1683373" cy="1279920"/>
        </a:xfrm>
        <a:custGeom>
          <a:avLst/>
          <a:gdLst/>
          <a:ahLst/>
          <a:cxnLst/>
          <a:rect l="0" t="0" r="0" b="0"/>
          <a:pathLst>
            <a:path>
              <a:moveTo>
                <a:pt x="1683373" y="0"/>
              </a:moveTo>
              <a:lnTo>
                <a:pt x="1683373" y="1133842"/>
              </a:lnTo>
              <a:lnTo>
                <a:pt x="0" y="1133842"/>
              </a:lnTo>
              <a:lnTo>
                <a:pt x="0" y="1279920"/>
              </a:lnTo>
            </a:path>
          </a:pathLst>
        </a:custGeom>
        <a:noFill/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A30AA5-C767-4F96-AD0F-A0808EE952FF}">
      <dsp:nvSpPr>
        <dsp:cNvPr id="0" name=""/>
        <dsp:cNvSpPr/>
      </dsp:nvSpPr>
      <dsp:spPr>
        <a:xfrm>
          <a:off x="2402951" y="696205"/>
          <a:ext cx="3366746" cy="1326713"/>
        </a:xfrm>
        <a:custGeom>
          <a:avLst/>
          <a:gdLst/>
          <a:ahLst/>
          <a:cxnLst/>
          <a:rect l="0" t="0" r="0" b="0"/>
          <a:pathLst>
            <a:path>
              <a:moveTo>
                <a:pt x="3366746" y="0"/>
              </a:moveTo>
              <a:lnTo>
                <a:pt x="3366746" y="1180635"/>
              </a:lnTo>
              <a:lnTo>
                <a:pt x="0" y="1180635"/>
              </a:lnTo>
              <a:lnTo>
                <a:pt x="0" y="1326713"/>
              </a:lnTo>
            </a:path>
          </a:pathLst>
        </a:custGeom>
        <a:noFill/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F1A487-2B36-40EE-954A-543C432F726C}">
      <dsp:nvSpPr>
        <dsp:cNvPr id="0" name=""/>
        <dsp:cNvSpPr/>
      </dsp:nvSpPr>
      <dsp:spPr>
        <a:xfrm>
          <a:off x="5074089" y="597"/>
          <a:ext cx="1391217" cy="695608"/>
        </a:xfrm>
        <a:prstGeom prst="rect">
          <a:avLst/>
        </a:prstGeom>
        <a:blipFill>
          <a:blip xmlns:r="http://schemas.openxmlformats.org/officeDocument/2006/relationships" r:embed="rId1">
            <a:duotone>
              <a:schemeClr val="accent3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3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>
              <a:latin typeface="Arial Black" panose="020B0A04020102020204" pitchFamily="34" charset="0"/>
            </a:rPr>
            <a:t>Gerente general</a:t>
          </a:r>
          <a:endParaRPr lang="es-PE" sz="2000" kern="1200" dirty="0">
            <a:latin typeface="Arial Black" panose="020B0A04020102020204" pitchFamily="34" charset="0"/>
          </a:endParaRPr>
        </a:p>
      </dsp:txBody>
      <dsp:txXfrm>
        <a:off x="5074089" y="597"/>
        <a:ext cx="1391217" cy="695608"/>
      </dsp:txXfrm>
    </dsp:sp>
    <dsp:sp modelId="{F1349938-AC7D-4BBE-B824-EDE6727C3958}">
      <dsp:nvSpPr>
        <dsp:cNvPr id="0" name=""/>
        <dsp:cNvSpPr/>
      </dsp:nvSpPr>
      <dsp:spPr>
        <a:xfrm>
          <a:off x="1707342" y="2022919"/>
          <a:ext cx="1391217" cy="695608"/>
        </a:xfrm>
        <a:prstGeom prst="rect">
          <a:avLst/>
        </a:prstGeom>
        <a:blipFill>
          <a:blip xmlns:r="http://schemas.openxmlformats.org/officeDocument/2006/relationships" r:embed="rId1">
            <a:duotone>
              <a:schemeClr val="accent5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5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G.RRHH</a:t>
          </a:r>
          <a:endParaRPr lang="es-PE" sz="2000" kern="1200" dirty="0"/>
        </a:p>
      </dsp:txBody>
      <dsp:txXfrm>
        <a:off x="1707342" y="2022919"/>
        <a:ext cx="1391217" cy="695608"/>
      </dsp:txXfrm>
    </dsp:sp>
    <dsp:sp modelId="{3EF6AA05-813A-4DDA-A334-D766A03ABAD7}">
      <dsp:nvSpPr>
        <dsp:cNvPr id="0" name=""/>
        <dsp:cNvSpPr/>
      </dsp:nvSpPr>
      <dsp:spPr>
        <a:xfrm>
          <a:off x="3390716" y="1976125"/>
          <a:ext cx="1391217" cy="695608"/>
        </a:xfrm>
        <a:prstGeom prst="rect">
          <a:avLst/>
        </a:prstGeom>
        <a:blipFill>
          <a:blip xmlns:r="http://schemas.openxmlformats.org/officeDocument/2006/relationships" r:embed="rId1">
            <a:duotone>
              <a:schemeClr val="accent5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5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G. Marketing  </a:t>
          </a:r>
          <a:endParaRPr lang="es-PE" sz="2000" kern="1200" dirty="0"/>
        </a:p>
      </dsp:txBody>
      <dsp:txXfrm>
        <a:off x="3390716" y="1976125"/>
        <a:ext cx="1391217" cy="695608"/>
      </dsp:txXfrm>
    </dsp:sp>
    <dsp:sp modelId="{2A882CFF-12CF-460B-9D05-90018AB715C5}">
      <dsp:nvSpPr>
        <dsp:cNvPr id="0" name=""/>
        <dsp:cNvSpPr/>
      </dsp:nvSpPr>
      <dsp:spPr>
        <a:xfrm>
          <a:off x="5074089" y="1976125"/>
          <a:ext cx="1391217" cy="695608"/>
        </a:xfrm>
        <a:prstGeom prst="rect">
          <a:avLst/>
        </a:prstGeom>
        <a:blipFill>
          <a:blip xmlns:r="http://schemas.openxmlformats.org/officeDocument/2006/relationships" r:embed="rId1">
            <a:duotone>
              <a:schemeClr val="accent5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5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G. Sistemas  </a:t>
          </a:r>
          <a:endParaRPr lang="es-PE" sz="2000" kern="1200" dirty="0"/>
        </a:p>
      </dsp:txBody>
      <dsp:txXfrm>
        <a:off x="5074089" y="1976125"/>
        <a:ext cx="1391217" cy="695608"/>
      </dsp:txXfrm>
    </dsp:sp>
    <dsp:sp modelId="{21841340-DE03-42AF-A7CD-619882764EDB}">
      <dsp:nvSpPr>
        <dsp:cNvPr id="0" name=""/>
        <dsp:cNvSpPr/>
      </dsp:nvSpPr>
      <dsp:spPr>
        <a:xfrm>
          <a:off x="6757462" y="1976125"/>
          <a:ext cx="1391217" cy="695608"/>
        </a:xfrm>
        <a:prstGeom prst="rect">
          <a:avLst/>
        </a:prstGeom>
        <a:blipFill>
          <a:blip xmlns:r="http://schemas.openxmlformats.org/officeDocument/2006/relationships" r:embed="rId1">
            <a:duotone>
              <a:schemeClr val="accent5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5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G. Logística </a:t>
          </a:r>
        </a:p>
      </dsp:txBody>
      <dsp:txXfrm>
        <a:off x="6757462" y="1976125"/>
        <a:ext cx="1391217" cy="695608"/>
      </dsp:txXfrm>
    </dsp:sp>
    <dsp:sp modelId="{CD175B65-AAD7-45CC-9572-BAD5EAD8F2F3}">
      <dsp:nvSpPr>
        <dsp:cNvPr id="0" name=""/>
        <dsp:cNvSpPr/>
      </dsp:nvSpPr>
      <dsp:spPr>
        <a:xfrm>
          <a:off x="8440835" y="1976125"/>
          <a:ext cx="1391217" cy="695608"/>
        </a:xfrm>
        <a:prstGeom prst="rect">
          <a:avLst/>
        </a:prstGeom>
        <a:blipFill>
          <a:blip xmlns:r="http://schemas.openxmlformats.org/officeDocument/2006/relationships" r:embed="rId1">
            <a:duotone>
              <a:schemeClr val="accent5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5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G. ventas </a:t>
          </a:r>
          <a:endParaRPr lang="es-PE" sz="2000" kern="1200" dirty="0"/>
        </a:p>
      </dsp:txBody>
      <dsp:txXfrm>
        <a:off x="8440835" y="1976125"/>
        <a:ext cx="1391217" cy="695608"/>
      </dsp:txXfrm>
    </dsp:sp>
    <dsp:sp modelId="{278B3E94-B554-4666-A045-F1E5D6BC603D}">
      <dsp:nvSpPr>
        <dsp:cNvPr id="0" name=""/>
        <dsp:cNvSpPr/>
      </dsp:nvSpPr>
      <dsp:spPr>
        <a:xfrm>
          <a:off x="6485033" y="2887401"/>
          <a:ext cx="1391217" cy="695608"/>
        </a:xfrm>
        <a:prstGeom prst="rect">
          <a:avLst/>
        </a:prstGeom>
        <a:blipFill>
          <a:blip xmlns:r="http://schemas.openxmlformats.org/officeDocument/2006/relationships" r:embed="rId1">
            <a:duotone>
              <a:schemeClr val="accent6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6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Norte </a:t>
          </a:r>
          <a:endParaRPr lang="es-PE" sz="2000" kern="1200" dirty="0"/>
        </a:p>
      </dsp:txBody>
      <dsp:txXfrm>
        <a:off x="6485033" y="2887401"/>
        <a:ext cx="1391217" cy="695608"/>
      </dsp:txXfrm>
    </dsp:sp>
    <dsp:sp modelId="{52C63395-6A17-49FC-AFE3-18BF63B1BC32}">
      <dsp:nvSpPr>
        <dsp:cNvPr id="0" name=""/>
        <dsp:cNvSpPr/>
      </dsp:nvSpPr>
      <dsp:spPr>
        <a:xfrm>
          <a:off x="8373096" y="2887394"/>
          <a:ext cx="1391217" cy="695608"/>
        </a:xfrm>
        <a:prstGeom prst="rect">
          <a:avLst/>
        </a:prstGeom>
        <a:blipFill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1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Este </a:t>
          </a:r>
          <a:endParaRPr lang="es-PE" sz="2000" kern="1200" dirty="0"/>
        </a:p>
      </dsp:txBody>
      <dsp:txXfrm>
        <a:off x="8373096" y="2887394"/>
        <a:ext cx="1391217" cy="695608"/>
      </dsp:txXfrm>
    </dsp:sp>
    <dsp:sp modelId="{294861C2-425F-4B55-9665-224A03BB1614}">
      <dsp:nvSpPr>
        <dsp:cNvPr id="0" name=""/>
        <dsp:cNvSpPr/>
      </dsp:nvSpPr>
      <dsp:spPr>
        <a:xfrm>
          <a:off x="10109433" y="2887401"/>
          <a:ext cx="1391217" cy="695608"/>
        </a:xfrm>
        <a:prstGeom prst="rect">
          <a:avLst/>
        </a:prstGeom>
        <a:blipFill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1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Sur </a:t>
          </a:r>
          <a:endParaRPr lang="es-PE" sz="2000" kern="1200" dirty="0"/>
        </a:p>
      </dsp:txBody>
      <dsp:txXfrm>
        <a:off x="10109433" y="2887401"/>
        <a:ext cx="1391217" cy="695608"/>
      </dsp:txXfrm>
    </dsp:sp>
    <dsp:sp modelId="{7D222B21-D39C-4914-8355-A3A59CDCEEC3}">
      <dsp:nvSpPr>
        <dsp:cNvPr id="0" name=""/>
        <dsp:cNvSpPr/>
      </dsp:nvSpPr>
      <dsp:spPr>
        <a:xfrm>
          <a:off x="4232402" y="988361"/>
          <a:ext cx="1391217" cy="695608"/>
        </a:xfrm>
        <a:prstGeom prst="rect">
          <a:avLst/>
        </a:prstGeom>
        <a:blipFill>
          <a:blip xmlns:r="http://schemas.openxmlformats.org/officeDocument/2006/relationships" r:embed="rId1">
            <a:duotone>
              <a:schemeClr val="accent5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5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Secretaria </a:t>
          </a:r>
          <a:endParaRPr lang="es-PE" sz="2000" kern="1200" dirty="0"/>
        </a:p>
      </dsp:txBody>
      <dsp:txXfrm>
        <a:off x="4232402" y="988361"/>
        <a:ext cx="1391217" cy="6956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0C9AE3E8-A478-40CD-8F10-A026192F7A18}" type="datetimeFigureOut">
              <a:rPr lang="es-PE" smtClean="0"/>
              <a:t>27/04/2026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51E60D70-032E-4F93-B76E-A66D5B1EB9C2}" type="slidenum">
              <a:rPr lang="es-PE" smtClean="0"/>
              <a:t>‹Nº›</a:t>
            </a:fld>
            <a:endParaRPr lang="es-PE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5925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AE3E8-A478-40CD-8F10-A026192F7A18}" type="datetimeFigureOut">
              <a:rPr lang="es-PE" smtClean="0"/>
              <a:t>27/04/2026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60D70-032E-4F93-B76E-A66D5B1EB9C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50114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AE3E8-A478-40CD-8F10-A026192F7A18}" type="datetimeFigureOut">
              <a:rPr lang="es-PE" smtClean="0"/>
              <a:t>27/04/2026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60D70-032E-4F93-B76E-A66D5B1EB9C2}" type="slidenum">
              <a:rPr lang="es-PE" smtClean="0"/>
              <a:t>‹Nº›</a:t>
            </a:fld>
            <a:endParaRPr lang="es-PE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3979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AE3E8-A478-40CD-8F10-A026192F7A18}" type="datetimeFigureOut">
              <a:rPr lang="es-PE" smtClean="0"/>
              <a:t>27/04/2026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60D70-032E-4F93-B76E-A66D5B1EB9C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78456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AE3E8-A478-40CD-8F10-A026192F7A18}" type="datetimeFigureOut">
              <a:rPr lang="es-PE" smtClean="0"/>
              <a:t>27/04/2026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60D70-032E-4F93-B76E-A66D5B1EB9C2}" type="slidenum">
              <a:rPr lang="es-PE" smtClean="0"/>
              <a:t>‹Nº›</a:t>
            </a:fld>
            <a:endParaRPr lang="es-PE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4233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AE3E8-A478-40CD-8F10-A026192F7A18}" type="datetimeFigureOut">
              <a:rPr lang="es-PE" smtClean="0"/>
              <a:t>27/04/2026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60D70-032E-4F93-B76E-A66D5B1EB9C2}" type="slidenum">
              <a:rPr lang="es-PE" smtClean="0"/>
              <a:t>‹Nº›</a:t>
            </a:fld>
            <a:endParaRPr lang="es-PE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4342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AE3E8-A478-40CD-8F10-A026192F7A18}" type="datetimeFigureOut">
              <a:rPr lang="es-PE" smtClean="0"/>
              <a:t>27/04/2026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60D70-032E-4F93-B76E-A66D5B1EB9C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41712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AE3E8-A478-40CD-8F10-A026192F7A18}" type="datetimeFigureOut">
              <a:rPr lang="es-PE" smtClean="0"/>
              <a:t>27/04/2026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60D70-032E-4F93-B76E-A66D5B1EB9C2}" type="slidenum">
              <a:rPr lang="es-PE" smtClean="0"/>
              <a:t>‹Nº›</a:t>
            </a:fld>
            <a:endParaRPr lang="es-PE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6408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AE3E8-A478-40CD-8F10-A026192F7A18}" type="datetimeFigureOut">
              <a:rPr lang="es-PE" smtClean="0"/>
              <a:t>27/04/2026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60D70-032E-4F93-B76E-A66D5B1EB9C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23175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AE3E8-A478-40CD-8F10-A026192F7A18}" type="datetimeFigureOut">
              <a:rPr lang="es-PE" smtClean="0"/>
              <a:t>27/04/2026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60D70-032E-4F93-B76E-A66D5B1EB9C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28636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AE3E8-A478-40CD-8F10-A026192F7A18}" type="datetimeFigureOut">
              <a:rPr lang="es-PE" smtClean="0"/>
              <a:t>27/04/2026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60D70-032E-4F93-B76E-A66D5B1EB9C2}" type="slidenum">
              <a:rPr lang="es-PE" smtClean="0"/>
              <a:t>‹Nº›</a:t>
            </a:fld>
            <a:endParaRPr lang="es-PE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3311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AE3E8-A478-40CD-8F10-A026192F7A18}" type="datetimeFigureOut">
              <a:rPr lang="es-PE" smtClean="0"/>
              <a:t>27/04/2026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60D70-032E-4F93-B76E-A66D5B1EB9C2}" type="slidenum">
              <a:rPr lang="es-PE" smtClean="0"/>
              <a:t>‹Nº›</a:t>
            </a:fld>
            <a:endParaRPr lang="es-PE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41353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AE3E8-A478-40CD-8F10-A026192F7A18}" type="datetimeFigureOut">
              <a:rPr lang="es-PE" smtClean="0"/>
              <a:t>27/04/2026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60D70-032E-4F93-B76E-A66D5B1EB9C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834479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AE3E8-A478-40CD-8F10-A026192F7A18}" type="datetimeFigureOut">
              <a:rPr lang="es-PE" smtClean="0"/>
              <a:t>27/04/2026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60D70-032E-4F93-B76E-A66D5B1EB9C2}" type="slidenum">
              <a:rPr lang="es-PE" smtClean="0"/>
              <a:t>‹Nº›</a:t>
            </a:fld>
            <a:endParaRPr lang="es-PE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80737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AE3E8-A478-40CD-8F10-A026192F7A18}" type="datetimeFigureOut">
              <a:rPr lang="es-PE" smtClean="0"/>
              <a:t>27/04/2026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60D70-032E-4F93-B76E-A66D5B1EB9C2}" type="slidenum">
              <a:rPr lang="es-PE" smtClean="0"/>
              <a:t>‹Nº›</a:t>
            </a:fld>
            <a:endParaRPr lang="es-PE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32296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AE3E8-A478-40CD-8F10-A026192F7A18}" type="datetimeFigureOut">
              <a:rPr lang="es-PE" smtClean="0"/>
              <a:t>27/04/2026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60D70-032E-4F93-B76E-A66D5B1EB9C2}" type="slidenum">
              <a:rPr lang="es-PE" smtClean="0"/>
              <a:t>‹Nº›</a:t>
            </a:fld>
            <a:endParaRPr lang="es-PE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08524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AE3E8-A478-40CD-8F10-A026192F7A18}" type="datetimeFigureOut">
              <a:rPr lang="es-PE" smtClean="0"/>
              <a:t>27/04/2026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60D70-032E-4F93-B76E-A66D5B1EB9C2}" type="slidenum">
              <a:rPr lang="es-PE" smtClean="0"/>
              <a:t>‹Nº›</a:t>
            </a:fld>
            <a:endParaRPr lang="es-PE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8417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C9AE3E8-A478-40CD-8F10-A026192F7A18}" type="datetimeFigureOut">
              <a:rPr lang="es-PE" smtClean="0"/>
              <a:t>27/04/2026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1E60D70-032E-4F93-B76E-A66D5B1EB9C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96672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4" Type="http://schemas.openxmlformats.org/officeDocument/2006/relationships/slide" Target="slid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4" Type="http://schemas.openxmlformats.org/officeDocument/2006/relationships/slide" Target="slide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0CF860-905A-4710-BE7E-901A87A160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Sistema de Gestion de Tareas </a:t>
            </a:r>
            <a:endParaRPr lang="es-PE" dirty="0">
              <a:solidFill>
                <a:schemeClr val="accent6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41718FD-0A25-4C5F-AF24-10F4922573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>
                <a:latin typeface="Bahnschrift Light Condensed" panose="020B0502040204020203" pitchFamily="34" charset="0"/>
              </a:rPr>
              <a:t>Bryan Costa </a:t>
            </a:r>
            <a:r>
              <a:rPr lang="es-ES" dirty="0" err="1">
                <a:latin typeface="Bahnschrift Light Condensed" panose="020B0502040204020203" pitchFamily="34" charset="0"/>
              </a:rPr>
              <a:t>Ramirez</a:t>
            </a:r>
            <a:r>
              <a:rPr lang="es-ES" dirty="0">
                <a:latin typeface="Bahnschrift Light Condensed" panose="020B0502040204020203" pitchFamily="34" charset="0"/>
              </a:rPr>
              <a:t> </a:t>
            </a:r>
          </a:p>
          <a:p>
            <a:r>
              <a:rPr lang="es-ES" dirty="0">
                <a:latin typeface="Bahnschrift Light Condensed" panose="020B0502040204020203" pitchFamily="34" charset="0"/>
              </a:rPr>
              <a:t>Jhan   </a:t>
            </a:r>
            <a:r>
              <a:rPr lang="es-ES" dirty="0" err="1">
                <a:latin typeface="Bahnschrift Light Condensed" panose="020B0502040204020203" pitchFamily="34" charset="0"/>
              </a:rPr>
              <a:t>Mejia</a:t>
            </a:r>
            <a:r>
              <a:rPr lang="es-ES" dirty="0">
                <a:latin typeface="Bahnschrift Light Condensed" panose="020B0502040204020203" pitchFamily="34" charset="0"/>
              </a:rPr>
              <a:t>  </a:t>
            </a:r>
            <a:r>
              <a:rPr lang="es-ES" dirty="0" err="1">
                <a:latin typeface="Bahnschrift Light Condensed" panose="020B0502040204020203" pitchFamily="34" charset="0"/>
              </a:rPr>
              <a:t>Chuquipoma</a:t>
            </a:r>
            <a:endParaRPr lang="es-PE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3995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BB1D26-23B7-4956-BDB9-39E6B9E62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0" y="1134531"/>
            <a:ext cx="3718455" cy="770470"/>
          </a:xfrm>
        </p:spPr>
        <p:txBody>
          <a:bodyPr>
            <a:normAutofit/>
          </a:bodyPr>
          <a:lstStyle/>
          <a:p>
            <a:r>
              <a:rPr lang="es-ES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INTRODUCCION</a:t>
            </a:r>
            <a:endParaRPr lang="es-PE" dirty="0">
              <a:solidFill>
                <a:schemeClr val="accent6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DE4BD8-B515-411C-8D85-CDC4D10FD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2667" y="1905001"/>
            <a:ext cx="5664199" cy="3479799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s-ES" sz="8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Alcance</a:t>
            </a:r>
          </a:p>
          <a:p>
            <a:pPr marL="0" indent="0" algn="ctr">
              <a:buNone/>
            </a:pPr>
            <a:endParaRPr lang="es-ES" sz="4900" dirty="0">
              <a:solidFill>
                <a:schemeClr val="accent6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  <a:p>
            <a:r>
              <a:rPr lang="es-ES" sz="4900" dirty="0"/>
              <a:t>Registro y autenticación de usuarios</a:t>
            </a:r>
          </a:p>
          <a:p>
            <a:endParaRPr lang="es-ES" sz="4900" dirty="0"/>
          </a:p>
          <a:p>
            <a:r>
              <a:rPr lang="es-ES" sz="4900" dirty="0"/>
              <a:t>CRUD completo de tareas (Crear, Leer, Actualizar, Eliminar)</a:t>
            </a:r>
          </a:p>
          <a:p>
            <a:endParaRPr lang="es-ES" sz="4900" dirty="0"/>
          </a:p>
          <a:p>
            <a:r>
              <a:rPr lang="es-ES" sz="4900" dirty="0"/>
              <a:t>Clasificación por prioridad (alta/media/baja)</a:t>
            </a:r>
          </a:p>
          <a:p>
            <a:endParaRPr lang="es-ES" sz="4900" dirty="0"/>
          </a:p>
          <a:p>
            <a:r>
              <a:rPr lang="es-ES" sz="4900" dirty="0"/>
              <a:t>Seguimiento de estado (pendiente/en progreso/completada/cancelada)</a:t>
            </a:r>
          </a:p>
          <a:p>
            <a:endParaRPr lang="es-ES" sz="4900" dirty="0"/>
          </a:p>
          <a:p>
            <a:r>
              <a:rPr lang="es-ES" sz="4900" dirty="0"/>
              <a:t>Filtros de búsqueda por estado y prioridad</a:t>
            </a:r>
          </a:p>
          <a:p>
            <a:endParaRPr lang="es-ES" sz="4900" dirty="0"/>
          </a:p>
          <a:p>
            <a:r>
              <a:rPr lang="es-ES" sz="4900" dirty="0"/>
              <a:t>Fechas límite para cada tarea</a:t>
            </a:r>
          </a:p>
          <a:p>
            <a:pPr marL="0" indent="0" algn="ctr">
              <a:buNone/>
            </a:pPr>
            <a:endParaRPr lang="es-ES" dirty="0">
              <a:solidFill>
                <a:schemeClr val="accent6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  <a:p>
            <a:pPr marL="0" indent="0" algn="ctr">
              <a:buNone/>
            </a:pPr>
            <a:endParaRPr lang="es-ES" dirty="0">
              <a:solidFill>
                <a:schemeClr val="accent6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  <a:p>
            <a:pPr marL="0" indent="0" algn="ctr">
              <a:buNone/>
            </a:pPr>
            <a:endParaRPr lang="es-ES" dirty="0">
              <a:solidFill>
                <a:schemeClr val="accent6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  <a:p>
            <a:pPr marL="0" indent="0" algn="ctr">
              <a:buNone/>
            </a:pPr>
            <a:endParaRPr lang="es-ES" dirty="0">
              <a:solidFill>
                <a:schemeClr val="accent6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  <a:p>
            <a:pPr marL="0" indent="0">
              <a:buNone/>
            </a:pPr>
            <a:endParaRPr lang="es-PE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FEE82D2-C4A3-4DC7-A3B1-736550764C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3812" y="3031065"/>
            <a:ext cx="3718454" cy="2438404"/>
          </a:xfrm>
        </p:spPr>
        <p:txBody>
          <a:bodyPr>
            <a:normAutofit/>
          </a:bodyPr>
          <a:lstStyle/>
          <a:p>
            <a:r>
              <a:rPr lang="es-ES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OBJETIVO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81431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2DDE21-657B-4F10-9917-DC6899923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Supercomputadora</a:t>
            </a:r>
            <a:r>
              <a:rPr lang="es-ES" dirty="0"/>
              <a:t> </a:t>
            </a:r>
            <a:endParaRPr lang="es-PE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EE91CC4-6914-4C5D-90CF-5EE01682105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algn="ctr"/>
            <a:r>
              <a:rPr lang="es-E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ahnschrift Light Condensed" panose="020B0502040204020203" pitchFamily="34" charset="0"/>
              </a:rPr>
              <a:t>Una supercomputadora </a:t>
            </a:r>
            <a:r>
              <a:rPr lang="es-ES" dirty="0">
                <a:solidFill>
                  <a:schemeClr val="tx1">
                    <a:lumMod val="85000"/>
                    <a:lumOff val="15000"/>
                  </a:schemeClr>
                </a:solidFill>
                <a:latin typeface="Bahnschrift Light Condensed" panose="020B0502040204020203" pitchFamily="34" charset="0"/>
              </a:rPr>
              <a:t>es un sistema informático de altísimo rendimiento, compuesto por miles de procesadores que trabajan en paralelo para resolver cálculos complejos, modelado científico y procesamiento masivo de datos</a:t>
            </a:r>
            <a:r>
              <a:rPr lang="es-E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ahnschrift Light Condensed" panose="020B0502040204020203" pitchFamily="34" charset="0"/>
              </a:rPr>
              <a:t>. Su velocidad se mide en </a:t>
            </a:r>
            <a:r>
              <a:rPr lang="es-ES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ahnschrift Light Condensed" panose="020B0502040204020203" pitchFamily="34" charset="0"/>
              </a:rPr>
              <a:t>petaflops</a:t>
            </a:r>
            <a:r>
              <a:rPr lang="es-E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ahnschrift Light Condensed" panose="020B0502040204020203" pitchFamily="34" charset="0"/>
              </a:rPr>
              <a:t> (mil billones de operaciones por segundo), superando exponencialmente la capacidad de cualquier ordenador convencional</a:t>
            </a:r>
            <a:r>
              <a:rPr lang="es-ES" b="0" i="0" dirty="0">
                <a:solidFill>
                  <a:srgbClr val="E6E8F0"/>
                </a:solidFill>
                <a:effectLst/>
                <a:latin typeface="Google Sans"/>
              </a:rPr>
              <a:t>.</a:t>
            </a:r>
            <a:endParaRPr lang="es-PE" dirty="0"/>
          </a:p>
        </p:txBody>
      </p:sp>
      <p:pic>
        <p:nvPicPr>
          <p:cNvPr id="1026" name="Picture 2" descr="La IA necesita supercomputación. Conozca las 10 supercomputadoras más  poderosas del mundo">
            <a:extLst>
              <a:ext uri="{FF2B5EF4-FFF2-40B4-BE49-F238E27FC236}">
                <a16:creationId xmlns:a16="http://schemas.microsoft.com/office/drawing/2014/main" id="{F9725744-EA75-44F1-A425-17CC8EA9D53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981200"/>
            <a:ext cx="5181600" cy="3619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3092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Las máquinas más potentes del TOP500 de Supercomputadoras">
            <a:extLst>
              <a:ext uri="{FF2B5EF4-FFF2-40B4-BE49-F238E27FC236}">
                <a16:creationId xmlns:a16="http://schemas.microsoft.com/office/drawing/2014/main" id="{D02B2B6A-30E1-49E6-AA0F-DBC1358386A8}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533" y="1790700"/>
            <a:ext cx="5181600" cy="327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El fin de la era de las supercomputadoras - DCD">
            <a:extLst>
              <a:ext uri="{FF2B5EF4-FFF2-40B4-BE49-F238E27FC236}">
                <a16:creationId xmlns:a16="http://schemas.microsoft.com/office/drawing/2014/main" id="{ED27691B-26FE-4562-8C55-15374597442A}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199" y="1790700"/>
            <a:ext cx="4707467" cy="327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lipse 4">
            <a:hlinkClick r:id="rId4" action="ppaction://hlinksldjump"/>
            <a:extLst>
              <a:ext uri="{FF2B5EF4-FFF2-40B4-BE49-F238E27FC236}">
                <a16:creationId xmlns:a16="http://schemas.microsoft.com/office/drawing/2014/main" id="{66012D0A-25CA-4CE6-B83A-94F3CCE6EEF0}"/>
              </a:ext>
            </a:extLst>
          </p:cNvPr>
          <p:cNvSpPr/>
          <p:nvPr/>
        </p:nvSpPr>
        <p:spPr>
          <a:xfrm>
            <a:off x="1007533" y="5367867"/>
            <a:ext cx="1413934" cy="7789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27576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2DDE21-657B-4F10-9917-DC6899923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Macrocomputadoras</a:t>
            </a:r>
            <a:r>
              <a:rPr lang="es-ES" dirty="0"/>
              <a:t>  </a:t>
            </a:r>
            <a:endParaRPr lang="es-PE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EE91CC4-6914-4C5D-90CF-5EE01682105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algn="ctr"/>
            <a:r>
              <a:rPr lang="es-E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Google Sans"/>
              </a:rPr>
              <a:t>Las macrocomputadoras, o </a:t>
            </a:r>
            <a:r>
              <a:rPr lang="es-ES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Google Sans"/>
              </a:rPr>
              <a:t>mainframes</a:t>
            </a:r>
            <a:r>
              <a:rPr lang="es-E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Google Sans"/>
              </a:rPr>
              <a:t>, </a:t>
            </a:r>
            <a:r>
              <a:rPr lang="es-E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son sistemas informáticos de gran escala diseñados para procesar volúmenes masivos de datos con altísima fiabilidad, velocidad y seguridad</a:t>
            </a:r>
            <a:r>
              <a:rPr lang="es-E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Google Sans"/>
              </a:rPr>
              <a:t>. Utilizadas por grandes empresas y gobiernos para aplicaciones críticas (banca, censos), gestionan miles de usuarios simultáneos y se caracterizan por su alto costo, gran capacidad de almacenamiento y arquitectura modular</a:t>
            </a:r>
            <a:r>
              <a:rPr lang="es-ES" b="0" i="0" dirty="0">
                <a:solidFill>
                  <a:srgbClr val="E6E8F0"/>
                </a:solidFill>
                <a:effectLst/>
                <a:latin typeface="Google Sans"/>
              </a:rPr>
              <a:t>. </a:t>
            </a:r>
            <a:endParaRPr lang="es-PE" dirty="0"/>
          </a:p>
        </p:txBody>
      </p:sp>
      <p:pic>
        <p:nvPicPr>
          <p:cNvPr id="3075" name="Picture 3" descr="56ffd9aab704e1895b7b470a2ac27cc8cd9d360edc41cb7eee7214cadfe970b9">
            <a:extLst>
              <a:ext uri="{FF2B5EF4-FFF2-40B4-BE49-F238E27FC236}">
                <a16:creationId xmlns:a16="http://schemas.microsoft.com/office/drawing/2014/main" id="{F46E7A7B-838F-41F8-AA39-6498415F564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0134" y="1825625"/>
            <a:ext cx="4568404" cy="3666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1690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💻 +10 tipos de computadoras y sus características">
            <a:extLst>
              <a:ext uri="{FF2B5EF4-FFF2-40B4-BE49-F238E27FC236}">
                <a16:creationId xmlns:a16="http://schemas.microsoft.com/office/drawing/2014/main" id="{C307F4B2-4913-48A0-A35C-0DD386ABA8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535" y="1792816"/>
            <a:ext cx="5154132" cy="327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Avances en Computaion: DIFERENCIA ENTRE SUPERCOMPUTADORA Y MACRO-COMPUTADORA">
            <a:extLst>
              <a:ext uri="{FF2B5EF4-FFF2-40B4-BE49-F238E27FC236}">
                <a16:creationId xmlns:a16="http://schemas.microsoft.com/office/drawing/2014/main" id="{4134641B-B2BF-4EA3-A128-EE466EC10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4044" y="1792816"/>
            <a:ext cx="5532421" cy="327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6" descr="Los 10 principales fabricantes de computadoras y sus innovaciones  revolucionarias">
            <a:extLst>
              <a:ext uri="{FF2B5EF4-FFF2-40B4-BE49-F238E27FC236}">
                <a16:creationId xmlns:a16="http://schemas.microsoft.com/office/drawing/2014/main" id="{3DFE33E3-1A80-4A00-B0FF-30952F5E88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3" name="Elipse 2">
            <a:hlinkClick r:id="rId4" action="ppaction://hlinksldjump"/>
            <a:extLst>
              <a:ext uri="{FF2B5EF4-FFF2-40B4-BE49-F238E27FC236}">
                <a16:creationId xmlns:a16="http://schemas.microsoft.com/office/drawing/2014/main" id="{A0E5359C-2B59-4D86-84DE-D9F84A64D4EA}"/>
              </a:ext>
            </a:extLst>
          </p:cNvPr>
          <p:cNvSpPr/>
          <p:nvPr/>
        </p:nvSpPr>
        <p:spPr>
          <a:xfrm>
            <a:off x="982133" y="5291666"/>
            <a:ext cx="1295400" cy="7535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77693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2DDE21-657B-4F10-9917-DC6899923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Minicomputadoras</a:t>
            </a:r>
            <a:r>
              <a:rPr lang="es-ES" dirty="0"/>
              <a:t> </a:t>
            </a:r>
            <a:endParaRPr lang="es-PE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EE91CC4-6914-4C5D-90CF-5EE01682105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pPr algn="ctr"/>
            <a:r>
              <a:rPr lang="es-E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Google Sans"/>
              </a:rPr>
              <a:t>Las minicomputadoras son </a:t>
            </a:r>
            <a:r>
              <a:rPr lang="es-E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sistemas informáticos de tamaño intermedio, más pequeños que los mainframes pero más potentes que las microcomputadoras personales, diseñados para procesamiento de datos, entornos industriales y tareas multiusuario</a:t>
            </a:r>
            <a:r>
              <a:rPr lang="es-E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Google Sans"/>
              </a:rPr>
              <a:t>. Surgidas en los años 60, hoy evolucionan hacia "Mini </a:t>
            </a:r>
            <a:r>
              <a:rPr lang="es-ES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Google Sans"/>
              </a:rPr>
              <a:t>PCs</a:t>
            </a:r>
            <a:r>
              <a:rPr lang="es-E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Google Sans"/>
              </a:rPr>
              <a:t>" compactos y potentes, ideales para ahorrar espacio y realizar tareas de oficina o </a:t>
            </a:r>
            <a:r>
              <a:rPr lang="es-ES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Google Sans"/>
              </a:rPr>
              <a:t>gaming</a:t>
            </a:r>
            <a:endParaRPr lang="es-PE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3077" name="Picture 5" descr="MICROCOMPUTADORAS: ¿Qué ES? Y SU FUNCIÓN">
            <a:extLst>
              <a:ext uri="{FF2B5EF4-FFF2-40B4-BE49-F238E27FC236}">
                <a16:creationId xmlns:a16="http://schemas.microsoft.com/office/drawing/2014/main" id="{7B34FAF8-0116-495C-B9F2-192BF009724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57111" y="2560638"/>
            <a:ext cx="4367277" cy="3309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6393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Tipos de computadores - EL PC">
            <a:extLst>
              <a:ext uri="{FF2B5EF4-FFF2-40B4-BE49-F238E27FC236}">
                <a16:creationId xmlns:a16="http://schemas.microsoft.com/office/drawing/2014/main" id="{98D65812-097A-4E3F-8630-A6051DDE1C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4449" y="1974321"/>
            <a:ext cx="4231217" cy="3173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Minicomputadora Ilustraciones Stock, Vectores, Y Clipart – (154  Ilustraciones Stock)">
            <a:extLst>
              <a:ext uri="{FF2B5EF4-FFF2-40B4-BE49-F238E27FC236}">
                <a16:creationId xmlns:a16="http://schemas.microsoft.com/office/drawing/2014/main" id="{C7F55FAC-CBD5-4F9F-995A-8BD2F7E0AD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323" y="2068248"/>
            <a:ext cx="4111272" cy="3079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lipse 1">
            <a:hlinkClick r:id="rId4" action="ppaction://hlinksldjump"/>
            <a:extLst>
              <a:ext uri="{FF2B5EF4-FFF2-40B4-BE49-F238E27FC236}">
                <a16:creationId xmlns:a16="http://schemas.microsoft.com/office/drawing/2014/main" id="{31769DA1-751C-49CD-A569-A0B6C7547122}"/>
              </a:ext>
            </a:extLst>
          </p:cNvPr>
          <p:cNvSpPr/>
          <p:nvPr/>
        </p:nvSpPr>
        <p:spPr>
          <a:xfrm>
            <a:off x="1092200" y="5401733"/>
            <a:ext cx="16510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50570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2DDE21-657B-4F10-9917-DC6899923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Microcomputadora </a:t>
            </a:r>
            <a:endParaRPr lang="es-PE" dirty="0">
              <a:solidFill>
                <a:schemeClr val="accent6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EE91CC4-6914-4C5D-90CF-5EE01682105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b="0" i="0" dirty="0">
                <a:solidFill>
                  <a:srgbClr val="E6E8F0"/>
                </a:solidFill>
                <a:effectLst/>
                <a:latin typeface="Google Sans"/>
              </a:rPr>
              <a:t> </a:t>
            </a:r>
            <a:r>
              <a:rPr lang="es-E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Google Sans"/>
              </a:rPr>
              <a:t>es una 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computadora pequeña y asequible diseñada para uso individual, basada en un microprocesador que actúa como su unidad central de procesamiento (CPU</a:t>
            </a:r>
            <a:r>
              <a:rPr lang="es-ES" dirty="0"/>
              <a:t>)</a:t>
            </a:r>
            <a:endParaRPr lang="es-PE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7170" name="Picture 2" descr="TOMi.digital - EVALUACIÓN COMPUTACIÓN 1B/ QUINTO PRIMARIA">
            <a:extLst>
              <a:ext uri="{FF2B5EF4-FFF2-40B4-BE49-F238E27FC236}">
                <a16:creationId xmlns:a16="http://schemas.microsoft.com/office/drawing/2014/main" id="{F3182F31-77B6-46B1-9B03-9EEBD187D0C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3704" y="2040467"/>
            <a:ext cx="4540925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0304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Tipos de computadoras - Tecnología + Informática">
            <a:extLst>
              <a:ext uri="{FF2B5EF4-FFF2-40B4-BE49-F238E27FC236}">
                <a16:creationId xmlns:a16="http://schemas.microsoft.com/office/drawing/2014/main" id="{BC7A4569-B9F3-4C21-ADF7-A9A6ADDCE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1140" y="1449650"/>
            <a:ext cx="6721593" cy="4174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6" descr="Los 10 principales fabricantes de computadoras y sus innovaciones  revolucionarias">
            <a:extLst>
              <a:ext uri="{FF2B5EF4-FFF2-40B4-BE49-F238E27FC236}">
                <a16:creationId xmlns:a16="http://schemas.microsoft.com/office/drawing/2014/main" id="{ECE94E24-7256-4682-988A-99CCF53ECC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836333" cy="2836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3" name="AutoShape 8" descr="Los 10 principales fabricantes de computadoras y sus innovaciones  revolucionarias">
            <a:extLst>
              <a:ext uri="{FF2B5EF4-FFF2-40B4-BE49-F238E27FC236}">
                <a16:creationId xmlns:a16="http://schemas.microsoft.com/office/drawing/2014/main" id="{EAE702EF-6DAA-4F6D-98BB-8E8214451E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4" name="Elipse 3">
            <a:hlinkClick r:id="rId3" action="ppaction://hlinksldjump"/>
            <a:extLst>
              <a:ext uri="{FF2B5EF4-FFF2-40B4-BE49-F238E27FC236}">
                <a16:creationId xmlns:a16="http://schemas.microsoft.com/office/drawing/2014/main" id="{8DD1BB90-119E-4BA3-A7F4-E5EEF609A957}"/>
              </a:ext>
            </a:extLst>
          </p:cNvPr>
          <p:cNvSpPr/>
          <p:nvPr/>
        </p:nvSpPr>
        <p:spPr>
          <a:xfrm>
            <a:off x="1210733" y="5232400"/>
            <a:ext cx="1388534" cy="8805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84950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2DDE21-657B-4F10-9917-DC6899923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Componentes</a:t>
            </a:r>
            <a:r>
              <a:rPr lang="es-ES" dirty="0"/>
              <a:t>   </a:t>
            </a:r>
            <a:endParaRPr lang="es-PE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EE91CC4-6914-4C5D-90CF-5EE01682105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dirty="0"/>
              <a:t>HARDWARE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PE" dirty="0"/>
              <a:t>Monitor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PE" dirty="0"/>
              <a:t>Teclado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PE" dirty="0"/>
              <a:t>Disco solido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PE" dirty="0"/>
              <a:t>Memoria </a:t>
            </a:r>
            <a:r>
              <a:rPr lang="es-PE" dirty="0" err="1"/>
              <a:t>Ram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79A11E-E5F1-420D-9D4B-E9E0EB36359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s-ES" dirty="0"/>
              <a:t>SOFTWARE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ES" dirty="0"/>
              <a:t>Sistema operativo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ES" dirty="0"/>
              <a:t>Aplicaciones o programas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ES" dirty="0"/>
              <a:t>Utilitarios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ES" dirty="0"/>
              <a:t>Juegos </a:t>
            </a:r>
          </a:p>
          <a:p>
            <a:pPr>
              <a:buFont typeface="Wingdings" panose="05000000000000000000" pitchFamily="2" charset="2"/>
              <a:buChar char="Ø"/>
            </a:pPr>
            <a:endParaRPr lang="es-ES" dirty="0"/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7763043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790ECA-7AB2-4AA1-AEB2-735918F60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Monitor</a:t>
            </a:r>
            <a:r>
              <a:rPr lang="es-ES" dirty="0"/>
              <a:t> 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E49979-43B4-47C0-B3DF-A1B0E307B1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just"/>
            <a:endParaRPr lang="es-ES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Google Sans"/>
            </a:endParaRPr>
          </a:p>
          <a:p>
            <a:pPr algn="just"/>
            <a:endParaRPr lang="es-ES" dirty="0">
              <a:solidFill>
                <a:schemeClr val="tx1">
                  <a:lumMod val="85000"/>
                  <a:lumOff val="15000"/>
                </a:schemeClr>
              </a:solidFill>
              <a:latin typeface="Google Sans"/>
            </a:endParaRPr>
          </a:p>
          <a:p>
            <a:pPr algn="just"/>
            <a:endParaRPr lang="es-ES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Google Sans"/>
            </a:endParaRPr>
          </a:p>
          <a:p>
            <a:pPr algn="just"/>
            <a:r>
              <a:rPr lang="es-E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Google Sans"/>
              </a:rPr>
              <a:t>dispositivo de salida principal que convierte datos digitales en imágenes visuales</a:t>
            </a:r>
            <a:endParaRPr lang="es-PE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6146" name="Picture 2" descr="EIZO | Monitores y soluciones visuales">
            <a:extLst>
              <a:ext uri="{FF2B5EF4-FFF2-40B4-BE49-F238E27FC236}">
                <a16:creationId xmlns:a16="http://schemas.microsoft.com/office/drawing/2014/main" id="{B49DE295-70FB-424F-9976-804F71584A9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81725" y="2615572"/>
            <a:ext cx="4718050" cy="3200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744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1A3DA41A-BF41-464D-88E3-7776AEDC6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Ventas de monitor </a:t>
            </a:r>
            <a:endParaRPr lang="es-PE" dirty="0">
              <a:solidFill>
                <a:schemeClr val="accent6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9" name="Marcador de contenido 8">
            <a:extLst>
              <a:ext uri="{FF2B5EF4-FFF2-40B4-BE49-F238E27FC236}">
                <a16:creationId xmlns:a16="http://schemas.microsoft.com/office/drawing/2014/main" id="{43FCC3F1-8A59-4B7F-B573-3E9A878FC5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1252499"/>
              </p:ext>
            </p:extLst>
          </p:nvPr>
        </p:nvGraphicFramePr>
        <p:xfrm>
          <a:off x="838200" y="1910292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27794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5B41271B-7A70-4B9A-AACD-C898E3906923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188532152"/>
              </p:ext>
            </p:extLst>
          </p:nvPr>
        </p:nvGraphicFramePr>
        <p:xfrm>
          <a:off x="0" y="541338"/>
          <a:ext cx="11887200" cy="5635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23608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5">
            <a:extLst>
              <a:ext uri="{FF2B5EF4-FFF2-40B4-BE49-F238E27FC236}">
                <a16:creationId xmlns:a16="http://schemas.microsoft.com/office/drawing/2014/main" id="{9700F476-540B-4FB4-B544-5B49E7FC468F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285566017"/>
              </p:ext>
            </p:extLst>
          </p:nvPr>
        </p:nvGraphicFramePr>
        <p:xfrm>
          <a:off x="2053166" y="2012950"/>
          <a:ext cx="8085667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600">
                  <a:extLst>
                    <a:ext uri="{9D8B030D-6E8A-4147-A177-3AD203B41FA5}">
                      <a16:colId xmlns:a16="http://schemas.microsoft.com/office/drawing/2014/main" val="2231120666"/>
                    </a:ext>
                  </a:extLst>
                </a:gridCol>
                <a:gridCol w="3335867">
                  <a:extLst>
                    <a:ext uri="{9D8B030D-6E8A-4147-A177-3AD203B41FA5}">
                      <a16:colId xmlns:a16="http://schemas.microsoft.com/office/drawing/2014/main" val="516846456"/>
                    </a:ext>
                  </a:extLst>
                </a:gridCol>
                <a:gridCol w="1845733">
                  <a:extLst>
                    <a:ext uri="{9D8B030D-6E8A-4147-A177-3AD203B41FA5}">
                      <a16:colId xmlns:a16="http://schemas.microsoft.com/office/drawing/2014/main" val="2998092999"/>
                    </a:ext>
                  </a:extLst>
                </a:gridCol>
                <a:gridCol w="1786467">
                  <a:extLst>
                    <a:ext uri="{9D8B030D-6E8A-4147-A177-3AD203B41FA5}">
                      <a16:colId xmlns:a16="http://schemas.microsoft.com/office/drawing/2014/main" val="40138570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DNI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APELLIDOS Y NOMBRES 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DIRECCION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CELULAR 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3851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60509423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AREVALO GONZALES ALEXIS NEIL 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MZ09.LT6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900700654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619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508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4321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870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8991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21528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ánico">
  <a:themeElements>
    <a:clrScheme name="Orgánico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ánico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ánico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170</TotalTime>
  <Words>347</Words>
  <Application>Microsoft Office PowerPoint</Application>
  <PresentationFormat>Panorámica</PresentationFormat>
  <Paragraphs>65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3" baseType="lpstr">
      <vt:lpstr>Arial</vt:lpstr>
      <vt:lpstr>Arial Black</vt:lpstr>
      <vt:lpstr>Arial Rounded MT Bold</vt:lpstr>
      <vt:lpstr>Bahnschrift Light Condensed</vt:lpstr>
      <vt:lpstr>Garamond</vt:lpstr>
      <vt:lpstr>Google Sans</vt:lpstr>
      <vt:lpstr>Wingdings</vt:lpstr>
      <vt:lpstr>Orgánico</vt:lpstr>
      <vt:lpstr>Sistema de Gestion de Tareas </vt:lpstr>
      <vt:lpstr>INTRODUCCION</vt:lpstr>
      <vt:lpstr>Supercomputadora </vt:lpstr>
      <vt:lpstr>Presentación de PowerPoint</vt:lpstr>
      <vt:lpstr>Macrocomputadoras  </vt:lpstr>
      <vt:lpstr>Presentación de PowerPoint</vt:lpstr>
      <vt:lpstr>Minicomputadoras </vt:lpstr>
      <vt:lpstr>Presentación de PowerPoint</vt:lpstr>
      <vt:lpstr>Microcomputadora </vt:lpstr>
      <vt:lpstr>Presentación de PowerPoint</vt:lpstr>
      <vt:lpstr>Componentes   </vt:lpstr>
      <vt:lpstr>Monitor </vt:lpstr>
      <vt:lpstr>Ventas de monitor 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COMPUTADORA</dc:title>
  <dc:creator>Alumno</dc:creator>
  <cp:lastModifiedBy>Alumno</cp:lastModifiedBy>
  <cp:revision>12</cp:revision>
  <dcterms:created xsi:type="dcterms:W3CDTF">2026-04-16T15:58:17Z</dcterms:created>
  <dcterms:modified xsi:type="dcterms:W3CDTF">2026-04-27T22:49:30Z</dcterms:modified>
</cp:coreProperties>
</file>